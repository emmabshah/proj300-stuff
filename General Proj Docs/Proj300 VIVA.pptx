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handoutMasterIdLst>
    <p:handoutMasterId r:id="rId24"/>
  </p:handoutMasterIdLst>
  <p:sldIdLst>
    <p:sldId id="312" r:id="rId5"/>
    <p:sldId id="316" r:id="rId6"/>
    <p:sldId id="330" r:id="rId7"/>
    <p:sldId id="356" r:id="rId8"/>
    <p:sldId id="310" r:id="rId9"/>
    <p:sldId id="320" r:id="rId10"/>
    <p:sldId id="357" r:id="rId11"/>
    <p:sldId id="358" r:id="rId12"/>
    <p:sldId id="359" r:id="rId13"/>
    <p:sldId id="360" r:id="rId14"/>
    <p:sldId id="361" r:id="rId15"/>
    <p:sldId id="364" r:id="rId16"/>
    <p:sldId id="339" r:id="rId17"/>
    <p:sldId id="362" r:id="rId18"/>
    <p:sldId id="363" r:id="rId19"/>
    <p:sldId id="341" r:id="rId20"/>
    <p:sldId id="353" r:id="rId21"/>
    <p:sldId id="33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CE5EF"/>
    <a:srgbClr val="D2EADB"/>
    <a:srgbClr val="DC48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95C78C-B193-47DB-AA8A-D4B2DAA39C90}" v="116" dt="2026-04-30T08:59:53.4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p:scale>
          <a:sx n="100" d="100"/>
          <a:sy n="100" d="100"/>
        </p:scale>
        <p:origin x="1152"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Emma Shah" userId="f7cd7666-279f-41f8-ace7-a1fc94ecbca0" providerId="ADAL" clId="{E59682E5-FD5C-4551-B420-2FDF644DA252}"/>
    <pc:docChg chg="undo redo custSel addSld delSld modSld sldOrd">
      <pc:chgData name="(s) Emma Shah" userId="f7cd7666-279f-41f8-ace7-a1fc94ecbca0" providerId="ADAL" clId="{E59682E5-FD5C-4551-B420-2FDF644DA252}" dt="2026-04-30T09:01:07.869" v="28051" actId="20577"/>
      <pc:docMkLst>
        <pc:docMk/>
      </pc:docMkLst>
      <pc:sldChg chg="del">
        <pc:chgData name="(s) Emma Shah" userId="f7cd7666-279f-41f8-ace7-a1fc94ecbca0" providerId="ADAL" clId="{E59682E5-FD5C-4551-B420-2FDF644DA252}" dt="2026-04-30T07:56:43.016" v="27058" actId="2696"/>
        <pc:sldMkLst>
          <pc:docMk/>
          <pc:sldMk cId="1303195991" sldId="263"/>
        </pc:sldMkLst>
      </pc:sldChg>
      <pc:sldChg chg="addSp delSp modSp mod">
        <pc:chgData name="(s) Emma Shah" userId="f7cd7666-279f-41f8-ace7-a1fc94ecbca0" providerId="ADAL" clId="{E59682E5-FD5C-4551-B420-2FDF644DA252}" dt="2026-04-30T08:51:20.993" v="27714" actId="20577"/>
        <pc:sldMkLst>
          <pc:docMk/>
          <pc:sldMk cId="539444180" sldId="310"/>
        </pc:sldMkLst>
        <pc:spChg chg="mod">
          <ac:chgData name="(s) Emma Shah" userId="f7cd7666-279f-41f8-ace7-a1fc94ecbca0" providerId="ADAL" clId="{E59682E5-FD5C-4551-B420-2FDF644DA252}" dt="2026-04-30T06:29:11.277" v="21283" actId="1076"/>
          <ac:spMkLst>
            <pc:docMk/>
            <pc:sldMk cId="539444180" sldId="310"/>
            <ac:spMk id="5" creationId="{DC7AE00E-3BDF-4D30-9783-F4262EB668F3}"/>
          </ac:spMkLst>
        </pc:spChg>
        <pc:spChg chg="mod">
          <ac:chgData name="(s) Emma Shah" userId="f7cd7666-279f-41f8-ace7-a1fc94ecbca0" providerId="ADAL" clId="{E59682E5-FD5C-4551-B420-2FDF644DA252}" dt="2026-04-30T08:51:08.550" v="27704" actId="20577"/>
          <ac:spMkLst>
            <pc:docMk/>
            <pc:sldMk cId="539444180" sldId="310"/>
            <ac:spMk id="8" creationId="{C4EC8CB8-4CC0-F324-5CDB-7C1E6F230A81}"/>
          </ac:spMkLst>
        </pc:spChg>
        <pc:spChg chg="add mod">
          <ac:chgData name="(s) Emma Shah" userId="f7cd7666-279f-41f8-ace7-a1fc94ecbca0" providerId="ADAL" clId="{E59682E5-FD5C-4551-B420-2FDF644DA252}" dt="2026-04-30T08:51:20.993" v="27714" actId="20577"/>
          <ac:spMkLst>
            <pc:docMk/>
            <pc:sldMk cId="539444180" sldId="310"/>
            <ac:spMk id="12" creationId="{499434B7-139D-D26C-5E34-A2B903AB4DB7}"/>
          </ac:spMkLst>
        </pc:spChg>
        <pc:picChg chg="add mod">
          <ac:chgData name="(s) Emma Shah" userId="f7cd7666-279f-41f8-ace7-a1fc94ecbca0" providerId="ADAL" clId="{E59682E5-FD5C-4551-B420-2FDF644DA252}" dt="2026-04-30T06:35:23.072" v="21875" actId="14100"/>
          <ac:picMkLst>
            <pc:docMk/>
            <pc:sldMk cId="539444180" sldId="310"/>
            <ac:picMk id="2" creationId="{13C543EC-FA3D-9CF4-727D-434594F8AC82}"/>
          </ac:picMkLst>
        </pc:picChg>
        <pc:picChg chg="add mod">
          <ac:chgData name="(s) Emma Shah" userId="f7cd7666-279f-41f8-ace7-a1fc94ecbca0" providerId="ADAL" clId="{E59682E5-FD5C-4551-B420-2FDF644DA252}" dt="2026-04-30T06:35:56.970" v="21889" actId="14100"/>
          <ac:picMkLst>
            <pc:docMk/>
            <pc:sldMk cId="539444180" sldId="310"/>
            <ac:picMk id="3" creationId="{868D2785-BB50-824D-285C-4229A77832E9}"/>
          </ac:picMkLst>
        </pc:picChg>
        <pc:picChg chg="add mod">
          <ac:chgData name="(s) Emma Shah" userId="f7cd7666-279f-41f8-ace7-a1fc94ecbca0" providerId="ADAL" clId="{E59682E5-FD5C-4551-B420-2FDF644DA252}" dt="2026-04-30T06:36:01.682" v="21891" actId="14100"/>
          <ac:picMkLst>
            <pc:docMk/>
            <pc:sldMk cId="539444180" sldId="310"/>
            <ac:picMk id="4" creationId="{6705BDF3-2633-4675-A08F-24C2D2898763}"/>
          </ac:picMkLst>
        </pc:picChg>
        <pc:picChg chg="add mod ord">
          <ac:chgData name="(s) Emma Shah" userId="f7cd7666-279f-41f8-ace7-a1fc94ecbca0" providerId="ADAL" clId="{E59682E5-FD5C-4551-B420-2FDF644DA252}" dt="2026-04-30T06:36:41.305" v="21902" actId="14100"/>
          <ac:picMkLst>
            <pc:docMk/>
            <pc:sldMk cId="539444180" sldId="310"/>
            <ac:picMk id="6" creationId="{00144247-F9A4-1E2F-BA01-D24B12532C47}"/>
          </ac:picMkLst>
        </pc:picChg>
        <pc:picChg chg="add mod">
          <ac:chgData name="(s) Emma Shah" userId="f7cd7666-279f-41f8-ace7-a1fc94ecbca0" providerId="ADAL" clId="{E59682E5-FD5C-4551-B420-2FDF644DA252}" dt="2026-04-30T06:36:13.664" v="21895" actId="14100"/>
          <ac:picMkLst>
            <pc:docMk/>
            <pc:sldMk cId="539444180" sldId="310"/>
            <ac:picMk id="7" creationId="{DC26FCEC-9F89-01F7-ED84-CFB00D4E48C4}"/>
          </ac:picMkLst>
        </pc:picChg>
        <pc:picChg chg="add mod">
          <ac:chgData name="(s) Emma Shah" userId="f7cd7666-279f-41f8-ace7-a1fc94ecbca0" providerId="ADAL" clId="{E59682E5-FD5C-4551-B420-2FDF644DA252}" dt="2026-04-30T06:36:52.475" v="21906" actId="14100"/>
          <ac:picMkLst>
            <pc:docMk/>
            <pc:sldMk cId="539444180" sldId="310"/>
            <ac:picMk id="9" creationId="{5FF5E101-7F5A-84DB-46EB-424CA64FB49A}"/>
          </ac:picMkLst>
        </pc:picChg>
        <pc:picChg chg="add mod">
          <ac:chgData name="(s) Emma Shah" userId="f7cd7666-279f-41f8-ace7-a1fc94ecbca0" providerId="ADAL" clId="{E59682E5-FD5C-4551-B420-2FDF644DA252}" dt="2026-04-30T06:38:48.534" v="22050" actId="1076"/>
          <ac:picMkLst>
            <pc:docMk/>
            <pc:sldMk cId="539444180" sldId="310"/>
            <ac:picMk id="10" creationId="{CE022CEC-66ED-BB6C-6F20-EA93B2320C9F}"/>
          </ac:picMkLst>
        </pc:picChg>
        <pc:picChg chg="del">
          <ac:chgData name="(s) Emma Shah" userId="f7cd7666-279f-41f8-ace7-a1fc94ecbca0" providerId="ADAL" clId="{E59682E5-FD5C-4551-B420-2FDF644DA252}" dt="2026-04-30T06:33:15.249" v="21853" actId="478"/>
          <ac:picMkLst>
            <pc:docMk/>
            <pc:sldMk cId="539444180" sldId="310"/>
            <ac:picMk id="1028" creationId="{08DFAAE9-1ECB-991C-D4A1-07D81E790031}"/>
          </ac:picMkLst>
        </pc:picChg>
      </pc:sldChg>
      <pc:sldChg chg="addSp delSp modSp mod modTransition setBg">
        <pc:chgData name="(s) Emma Shah" userId="f7cd7666-279f-41f8-ace7-a1fc94ecbca0" providerId="ADAL" clId="{E59682E5-FD5C-4551-B420-2FDF644DA252}" dt="2026-04-30T06:23:39.920" v="21140" actId="208"/>
        <pc:sldMkLst>
          <pc:docMk/>
          <pc:sldMk cId="888131371" sldId="312"/>
        </pc:sldMkLst>
        <pc:spChg chg="add del mod">
          <ac:chgData name="(s) Emma Shah" userId="f7cd7666-279f-41f8-ace7-a1fc94ecbca0" providerId="ADAL" clId="{E59682E5-FD5C-4551-B420-2FDF644DA252}" dt="2026-04-30T06:17:02.061" v="21033"/>
          <ac:spMkLst>
            <pc:docMk/>
            <pc:sldMk cId="888131371" sldId="312"/>
            <ac:spMk id="3" creationId="{84B94430-D147-B910-1511-8B12B2883C58}"/>
          </ac:spMkLst>
        </pc:spChg>
        <pc:spChg chg="mod">
          <ac:chgData name="(s) Emma Shah" userId="f7cd7666-279f-41f8-ace7-a1fc94ecbca0" providerId="ADAL" clId="{E59682E5-FD5C-4551-B420-2FDF644DA252}" dt="2026-04-30T06:15:23.599" v="21007" actId="20577"/>
          <ac:spMkLst>
            <pc:docMk/>
            <pc:sldMk cId="888131371" sldId="312"/>
            <ac:spMk id="80" creationId="{02394CBA-755F-42B7-BF28-BDBB599FAAFF}"/>
          </ac:spMkLst>
        </pc:spChg>
        <pc:spChg chg="mod">
          <ac:chgData name="(s) Emma Shah" userId="f7cd7666-279f-41f8-ace7-a1fc94ecbca0" providerId="ADAL" clId="{E59682E5-FD5C-4551-B420-2FDF644DA252}" dt="2026-04-30T06:16:24.432" v="21031" actId="113"/>
          <ac:spMkLst>
            <pc:docMk/>
            <pc:sldMk cId="888131371" sldId="312"/>
            <ac:spMk id="81" creationId="{3F9E8A38-46A0-49FF-8F72-481E44F49E38}"/>
          </ac:spMkLst>
        </pc:spChg>
        <pc:picChg chg="add mod">
          <ac:chgData name="(s) Emma Shah" userId="f7cd7666-279f-41f8-ace7-a1fc94ecbca0" providerId="ADAL" clId="{E59682E5-FD5C-4551-B420-2FDF644DA252}" dt="2026-04-30T06:23:39.920" v="21140" actId="208"/>
          <ac:picMkLst>
            <pc:docMk/>
            <pc:sldMk cId="888131371" sldId="312"/>
            <ac:picMk id="4" creationId="{A1FBA9D1-FD76-99E7-2A65-6D720B558B67}"/>
          </ac:picMkLst>
        </pc:picChg>
        <pc:picChg chg="del">
          <ac:chgData name="(s) Emma Shah" userId="f7cd7666-279f-41f8-ace7-a1fc94ecbca0" providerId="ADAL" clId="{E59682E5-FD5C-4551-B420-2FDF644DA252}" dt="2026-04-30T06:16:59.017" v="21032" actId="478"/>
          <ac:picMkLst>
            <pc:docMk/>
            <pc:sldMk cId="888131371" sldId="312"/>
            <ac:picMk id="6" creationId="{E911B30A-7E35-9892-8507-AD077505942B}"/>
          </ac:picMkLst>
        </pc:picChg>
      </pc:sldChg>
      <pc:sldChg chg="addSp delSp modSp mod">
        <pc:chgData name="(s) Emma Shah" userId="f7cd7666-279f-41f8-ace7-a1fc94ecbca0" providerId="ADAL" clId="{E59682E5-FD5C-4551-B420-2FDF644DA252}" dt="2026-04-30T08:01:15.247" v="27180" actId="27636"/>
        <pc:sldMkLst>
          <pc:docMk/>
          <pc:sldMk cId="233941199" sldId="316"/>
        </pc:sldMkLst>
        <pc:spChg chg="mod">
          <ac:chgData name="(s) Emma Shah" userId="f7cd7666-279f-41f8-ace7-a1fc94ecbca0" providerId="ADAL" clId="{E59682E5-FD5C-4551-B420-2FDF644DA252}" dt="2026-04-30T08:01:15.247" v="27180" actId="27636"/>
          <ac:spMkLst>
            <pc:docMk/>
            <pc:sldMk cId="233941199" sldId="316"/>
            <ac:spMk id="2" creationId="{FEC17443-10BC-4078-8CF2-23E75B0CC2D2}"/>
          </ac:spMkLst>
        </pc:spChg>
        <pc:spChg chg="mod">
          <ac:chgData name="(s) Emma Shah" userId="f7cd7666-279f-41f8-ace7-a1fc94ecbca0" providerId="ADAL" clId="{E59682E5-FD5C-4551-B420-2FDF644DA252}" dt="2026-04-30T07:59:30.980" v="27088" actId="404"/>
          <ac:spMkLst>
            <pc:docMk/>
            <pc:sldMk cId="233941199" sldId="316"/>
            <ac:spMk id="3" creationId="{8CDA3474-C14B-42A3-AF12-888807AB7218}"/>
          </ac:spMkLst>
        </pc:spChg>
        <pc:spChg chg="add mod">
          <ac:chgData name="(s) Emma Shah" userId="f7cd7666-279f-41f8-ace7-a1fc94ecbca0" providerId="ADAL" clId="{E59682E5-FD5C-4551-B420-2FDF644DA252}" dt="2026-04-30T06:18:22.952" v="21065" actId="767"/>
          <ac:spMkLst>
            <pc:docMk/>
            <pc:sldMk cId="233941199" sldId="316"/>
            <ac:spMk id="5" creationId="{FDB8C7C8-DD74-13EB-B5CA-9C74DFC607EB}"/>
          </ac:spMkLst>
        </pc:spChg>
        <pc:spChg chg="add">
          <ac:chgData name="(s) Emma Shah" userId="f7cd7666-279f-41f8-ace7-a1fc94ecbca0" providerId="ADAL" clId="{E59682E5-FD5C-4551-B420-2FDF644DA252}" dt="2026-04-30T06:18:57.083" v="21085"/>
          <ac:spMkLst>
            <pc:docMk/>
            <pc:sldMk cId="233941199" sldId="316"/>
            <ac:spMk id="7" creationId="{D8A96382-BD0B-72BA-96AE-CF21472987C0}"/>
          </ac:spMkLst>
        </pc:spChg>
        <pc:spChg chg="add mod">
          <ac:chgData name="(s) Emma Shah" userId="f7cd7666-279f-41f8-ace7-a1fc94ecbca0" providerId="ADAL" clId="{E59682E5-FD5C-4551-B420-2FDF644DA252}" dt="2026-04-30T08:00:12.778" v="27108" actId="1076"/>
          <ac:spMkLst>
            <pc:docMk/>
            <pc:sldMk cId="233941199" sldId="316"/>
            <ac:spMk id="26" creationId="{81102279-3A1A-C3C1-44C5-F1D31F902BB5}"/>
          </ac:spMkLst>
        </pc:spChg>
        <pc:picChg chg="add del mod">
          <ac:chgData name="(s) Emma Shah" userId="f7cd7666-279f-41f8-ace7-a1fc94ecbca0" providerId="ADAL" clId="{E59682E5-FD5C-4551-B420-2FDF644DA252}" dt="2026-04-30T06:18:12.388" v="21064" actId="478"/>
          <ac:picMkLst>
            <pc:docMk/>
            <pc:sldMk cId="233941199" sldId="316"/>
            <ac:picMk id="4" creationId="{625F2000-038D-D690-A3CF-DA91BCE94F8E}"/>
          </ac:picMkLst>
        </pc:picChg>
        <pc:picChg chg="add mod">
          <ac:chgData name="(s) Emma Shah" userId="f7cd7666-279f-41f8-ace7-a1fc94ecbca0" providerId="ADAL" clId="{E59682E5-FD5C-4551-B420-2FDF644DA252}" dt="2026-04-30T08:00:09.786" v="27107" actId="1076"/>
          <ac:picMkLst>
            <pc:docMk/>
            <pc:sldMk cId="233941199" sldId="316"/>
            <ac:picMk id="9" creationId="{2B7908F1-F4C4-E4A6-6C59-D50C063DE300}"/>
          </ac:picMkLst>
        </pc:picChg>
        <pc:picChg chg="del">
          <ac:chgData name="(s) Emma Shah" userId="f7cd7666-279f-41f8-ace7-a1fc94ecbca0" providerId="ADAL" clId="{E59682E5-FD5C-4551-B420-2FDF644DA252}" dt="2026-04-30T06:19:20.664" v="21092" actId="478"/>
          <ac:picMkLst>
            <pc:docMk/>
            <pc:sldMk cId="233941199" sldId="316"/>
            <ac:picMk id="25" creationId="{7383C33C-1018-072F-5763-450541C9F526}"/>
          </ac:picMkLst>
        </pc:picChg>
      </pc:sldChg>
      <pc:sldChg chg="addSp delSp modSp mod">
        <pc:chgData name="(s) Emma Shah" userId="f7cd7666-279f-41f8-ace7-a1fc94ecbca0" providerId="ADAL" clId="{E59682E5-FD5C-4551-B420-2FDF644DA252}" dt="2026-04-30T08:51:51.856" v="27719" actId="20577"/>
        <pc:sldMkLst>
          <pc:docMk/>
          <pc:sldMk cId="2144753802" sldId="320"/>
        </pc:sldMkLst>
        <pc:spChg chg="add del">
          <ac:chgData name="(s) Emma Shah" userId="f7cd7666-279f-41f8-ace7-a1fc94ecbca0" providerId="ADAL" clId="{E59682E5-FD5C-4551-B420-2FDF644DA252}" dt="2026-04-30T06:40:18.586" v="22061" actId="22"/>
          <ac:spMkLst>
            <pc:docMk/>
            <pc:sldMk cId="2144753802" sldId="320"/>
            <ac:spMk id="3" creationId="{5C9AF054-E9CA-D88B-F8E3-413C8FCDE694}"/>
          </ac:spMkLst>
        </pc:spChg>
        <pc:spChg chg="mod">
          <ac:chgData name="(s) Emma Shah" userId="f7cd7666-279f-41f8-ace7-a1fc94ecbca0" providerId="ADAL" clId="{E59682E5-FD5C-4551-B420-2FDF644DA252}" dt="2026-04-30T06:39:58.907" v="22056" actId="1076"/>
          <ac:spMkLst>
            <pc:docMk/>
            <pc:sldMk cId="2144753802" sldId="320"/>
            <ac:spMk id="4" creationId="{7DEC6FF8-181E-4897-9463-A6F20768A5D0}"/>
          </ac:spMkLst>
        </pc:spChg>
        <pc:spChg chg="add mod">
          <ac:chgData name="(s) Emma Shah" userId="f7cd7666-279f-41f8-ace7-a1fc94ecbca0" providerId="ADAL" clId="{E59682E5-FD5C-4551-B420-2FDF644DA252}" dt="2026-04-30T06:44:14.496" v="22128" actId="1076"/>
          <ac:spMkLst>
            <pc:docMk/>
            <pc:sldMk cId="2144753802" sldId="320"/>
            <ac:spMk id="8" creationId="{2449E3BA-037A-AC0C-D464-CBB157AB3C9D}"/>
          </ac:spMkLst>
        </pc:spChg>
        <pc:spChg chg="add">
          <ac:chgData name="(s) Emma Shah" userId="f7cd7666-279f-41f8-ace7-a1fc94ecbca0" providerId="ADAL" clId="{E59682E5-FD5C-4551-B420-2FDF644DA252}" dt="2026-04-30T06:40:59.706" v="22089"/>
          <ac:spMkLst>
            <pc:docMk/>
            <pc:sldMk cId="2144753802" sldId="320"/>
            <ac:spMk id="9" creationId="{55F35D79-566B-7E1B-3202-3B74FC2F2EBD}"/>
          </ac:spMkLst>
        </pc:spChg>
        <pc:spChg chg="add del mod">
          <ac:chgData name="(s) Emma Shah" userId="f7cd7666-279f-41f8-ace7-a1fc94ecbca0" providerId="ADAL" clId="{E59682E5-FD5C-4551-B420-2FDF644DA252}" dt="2026-04-30T08:51:51.856" v="27719" actId="20577"/>
          <ac:spMkLst>
            <pc:docMk/>
            <pc:sldMk cId="2144753802" sldId="320"/>
            <ac:spMk id="10" creationId="{DBA9204B-1C4E-2DB6-15D4-C65484EF5968}"/>
          </ac:spMkLst>
        </pc:spChg>
        <pc:picChg chg="add del">
          <ac:chgData name="(s) Emma Shah" userId="f7cd7666-279f-41f8-ace7-a1fc94ecbca0" providerId="ADAL" clId="{E59682E5-FD5C-4551-B420-2FDF644DA252}" dt="2026-04-30T06:40:25.628" v="22063" actId="22"/>
          <ac:picMkLst>
            <pc:docMk/>
            <pc:sldMk cId="2144753802" sldId="320"/>
            <ac:picMk id="6" creationId="{DFF3F4AA-504C-8E97-FBAA-B72590E653F2}"/>
          </ac:picMkLst>
        </pc:picChg>
        <pc:picChg chg="add mod">
          <ac:chgData name="(s) Emma Shah" userId="f7cd7666-279f-41f8-ace7-a1fc94ecbca0" providerId="ADAL" clId="{E59682E5-FD5C-4551-B420-2FDF644DA252}" dt="2026-04-30T06:42:22.206" v="22115" actId="208"/>
          <ac:picMkLst>
            <pc:docMk/>
            <pc:sldMk cId="2144753802" sldId="320"/>
            <ac:picMk id="11" creationId="{158847BE-E7C7-40B7-E9C1-50524453D2B0}"/>
          </ac:picMkLst>
        </pc:picChg>
        <pc:picChg chg="add mod">
          <ac:chgData name="(s) Emma Shah" userId="f7cd7666-279f-41f8-ace7-a1fc94ecbca0" providerId="ADAL" clId="{E59682E5-FD5C-4551-B420-2FDF644DA252}" dt="2026-04-30T06:47:56.775" v="22472" actId="1076"/>
          <ac:picMkLst>
            <pc:docMk/>
            <pc:sldMk cId="2144753802" sldId="320"/>
            <ac:picMk id="12" creationId="{A870A9F6-3C5F-186E-906B-1F00E010322F}"/>
          </ac:picMkLst>
        </pc:picChg>
        <pc:picChg chg="add mod">
          <ac:chgData name="(s) Emma Shah" userId="f7cd7666-279f-41f8-ace7-a1fc94ecbca0" providerId="ADAL" clId="{E59682E5-FD5C-4551-B420-2FDF644DA252}" dt="2026-04-30T06:47:52.005" v="22469" actId="1076"/>
          <ac:picMkLst>
            <pc:docMk/>
            <pc:sldMk cId="2144753802" sldId="320"/>
            <ac:picMk id="13" creationId="{F34D9C21-BB2B-D1F0-4909-060931753544}"/>
          </ac:picMkLst>
        </pc:picChg>
        <pc:picChg chg="del">
          <ac:chgData name="(s) Emma Shah" userId="f7cd7666-279f-41f8-ace7-a1fc94ecbca0" providerId="ADAL" clId="{E59682E5-FD5C-4551-B420-2FDF644DA252}" dt="2026-04-30T06:40:00.172" v="22057" actId="478"/>
          <ac:picMkLst>
            <pc:docMk/>
            <pc:sldMk cId="2144753802" sldId="320"/>
            <ac:picMk id="2050" creationId="{ACB863DA-F888-2521-E4ED-7A237C8442BF}"/>
          </ac:picMkLst>
        </pc:picChg>
        <pc:picChg chg="del">
          <ac:chgData name="(s) Emma Shah" userId="f7cd7666-279f-41f8-ace7-a1fc94ecbca0" providerId="ADAL" clId="{E59682E5-FD5C-4551-B420-2FDF644DA252}" dt="2026-04-30T06:40:01.033" v="22059" actId="478"/>
          <ac:picMkLst>
            <pc:docMk/>
            <pc:sldMk cId="2144753802" sldId="320"/>
            <ac:picMk id="2052" creationId="{633DAC61-2336-01F0-E257-F693F754609A}"/>
          </ac:picMkLst>
        </pc:picChg>
        <pc:picChg chg="del">
          <ac:chgData name="(s) Emma Shah" userId="f7cd7666-279f-41f8-ace7-a1fc94ecbca0" providerId="ADAL" clId="{E59682E5-FD5C-4551-B420-2FDF644DA252}" dt="2026-04-30T06:40:00.662" v="22058" actId="478"/>
          <ac:picMkLst>
            <pc:docMk/>
            <pc:sldMk cId="2144753802" sldId="320"/>
            <ac:picMk id="2054" creationId="{404AC852-80CE-4001-7458-5B066151D5CC}"/>
          </ac:picMkLst>
        </pc:picChg>
      </pc:sldChg>
      <pc:sldChg chg="addSp delSp modSp mod">
        <pc:chgData name="(s) Emma Shah" userId="f7cd7666-279f-41f8-ace7-a1fc94ecbca0" providerId="ADAL" clId="{E59682E5-FD5C-4551-B420-2FDF644DA252}" dt="2026-04-30T08:08:54.885" v="27388" actId="14100"/>
        <pc:sldMkLst>
          <pc:docMk/>
          <pc:sldMk cId="270808741" sldId="330"/>
        </pc:sldMkLst>
        <pc:spChg chg="add del mod">
          <ac:chgData name="(s) Emma Shah" userId="f7cd7666-279f-41f8-ace7-a1fc94ecbca0" providerId="ADAL" clId="{E59682E5-FD5C-4551-B420-2FDF644DA252}" dt="2026-04-30T08:06:38.180" v="27367"/>
          <ac:spMkLst>
            <pc:docMk/>
            <pc:sldMk cId="270808741" sldId="330"/>
            <ac:spMk id="3" creationId="{D8E3464C-8DED-7E14-0FE8-6392CA00D7BC}"/>
          </ac:spMkLst>
        </pc:spChg>
        <pc:spChg chg="mod">
          <ac:chgData name="(s) Emma Shah" userId="f7cd7666-279f-41f8-ace7-a1fc94ecbca0" providerId="ADAL" clId="{E59682E5-FD5C-4551-B420-2FDF644DA252}" dt="2026-04-30T08:07:56.611" v="27386" actId="1076"/>
          <ac:spMkLst>
            <pc:docMk/>
            <pc:sldMk cId="270808741" sldId="330"/>
            <ac:spMk id="9" creationId="{8B17EDBE-4FB7-472F-B26B-EB9ECD77B7A8}"/>
          </ac:spMkLst>
        </pc:spChg>
        <pc:spChg chg="del mod">
          <ac:chgData name="(s) Emma Shah" userId="f7cd7666-279f-41f8-ace7-a1fc94ecbca0" providerId="ADAL" clId="{E59682E5-FD5C-4551-B420-2FDF644DA252}" dt="2026-04-30T08:06:35.327" v="27366" actId="478"/>
          <ac:spMkLst>
            <pc:docMk/>
            <pc:sldMk cId="270808741" sldId="330"/>
            <ac:spMk id="10" creationId="{BE75E95A-A6B3-43C7-A552-1EAFCCA0A1EA}"/>
          </ac:spMkLst>
        </pc:spChg>
        <pc:graphicFrameChg chg="add mod modGraphic">
          <ac:chgData name="(s) Emma Shah" userId="f7cd7666-279f-41f8-ace7-a1fc94ecbca0" providerId="ADAL" clId="{E59682E5-FD5C-4551-B420-2FDF644DA252}" dt="2026-04-30T08:08:54.885" v="27388" actId="14100"/>
          <ac:graphicFrameMkLst>
            <pc:docMk/>
            <pc:sldMk cId="270808741" sldId="330"/>
            <ac:graphicFrameMk id="4" creationId="{D55C8BD5-A464-9639-930F-F4B4C1A74ED2}"/>
          </ac:graphicFrameMkLst>
        </pc:graphicFrameChg>
        <pc:picChg chg="mod">
          <ac:chgData name="(s) Emma Shah" userId="f7cd7666-279f-41f8-ace7-a1fc94ecbca0" providerId="ADAL" clId="{E59682E5-FD5C-4551-B420-2FDF644DA252}" dt="2026-04-30T08:07:40.672" v="27382" actId="1076"/>
          <ac:picMkLst>
            <pc:docMk/>
            <pc:sldMk cId="270808741" sldId="330"/>
            <ac:picMk id="7" creationId="{24B28A96-D00E-2C03-D603-83814F15DA1B}"/>
          </ac:picMkLst>
        </pc:picChg>
        <pc:picChg chg="del">
          <ac:chgData name="(s) Emma Shah" userId="f7cd7666-279f-41f8-ace7-a1fc94ecbca0" providerId="ADAL" clId="{E59682E5-FD5C-4551-B420-2FDF644DA252}" dt="2026-04-30T08:06:10.890" v="27358" actId="478"/>
          <ac:picMkLst>
            <pc:docMk/>
            <pc:sldMk cId="270808741" sldId="330"/>
            <ac:picMk id="12" creationId="{2FAC092C-7AC6-C904-6C50-3045D7CB86D3}"/>
          </ac:picMkLst>
        </pc:picChg>
        <pc:picChg chg="mod">
          <ac:chgData name="(s) Emma Shah" userId="f7cd7666-279f-41f8-ace7-a1fc94ecbca0" providerId="ADAL" clId="{E59682E5-FD5C-4551-B420-2FDF644DA252}" dt="2026-04-30T08:07:42.151" v="27383" actId="1076"/>
          <ac:picMkLst>
            <pc:docMk/>
            <pc:sldMk cId="270808741" sldId="330"/>
            <ac:picMk id="16" creationId="{E6B88928-FC0F-35BB-6E19-8E459D8D550A}"/>
          </ac:picMkLst>
        </pc:picChg>
      </pc:sldChg>
      <pc:sldChg chg="del">
        <pc:chgData name="(s) Emma Shah" userId="f7cd7666-279f-41f8-ace7-a1fc94ecbca0" providerId="ADAL" clId="{E59682E5-FD5C-4551-B420-2FDF644DA252}" dt="2026-04-30T07:56:34.208" v="27054" actId="2696"/>
        <pc:sldMkLst>
          <pc:docMk/>
          <pc:sldMk cId="4269302984" sldId="333"/>
        </pc:sldMkLst>
      </pc:sldChg>
      <pc:sldChg chg="addSp delSp modSp del mod delAnim">
        <pc:chgData name="(s) Emma Shah" userId="f7cd7666-279f-41f8-ace7-a1fc94ecbca0" providerId="ADAL" clId="{E59682E5-FD5C-4551-B420-2FDF644DA252}" dt="2026-04-30T06:59:37.501" v="23694" actId="2696"/>
        <pc:sldMkLst>
          <pc:docMk/>
          <pc:sldMk cId="457130396" sldId="338"/>
        </pc:sldMkLst>
        <pc:spChg chg="add del">
          <ac:chgData name="(s) Emma Shah" userId="f7cd7666-279f-41f8-ace7-a1fc94ecbca0" providerId="ADAL" clId="{E59682E5-FD5C-4551-B420-2FDF644DA252}" dt="2026-04-30T06:48:26.884" v="22476" actId="22"/>
          <ac:spMkLst>
            <pc:docMk/>
            <pc:sldMk cId="457130396" sldId="338"/>
            <ac:spMk id="3" creationId="{226671C7-B1E9-8EC8-A9BD-2CE72F2AAC20}"/>
          </ac:spMkLst>
        </pc:spChg>
        <pc:spChg chg="add mod">
          <ac:chgData name="(s) Emma Shah" userId="f7cd7666-279f-41f8-ace7-a1fc94ecbca0" providerId="ADAL" clId="{E59682E5-FD5C-4551-B420-2FDF644DA252}" dt="2026-04-30T06:48:59.024" v="22511" actId="1076"/>
          <ac:spMkLst>
            <pc:docMk/>
            <pc:sldMk cId="457130396" sldId="338"/>
            <ac:spMk id="6" creationId="{FE3847E3-D81B-49C9-FA22-0E0628BF56B7}"/>
          </ac:spMkLst>
        </pc:spChg>
        <pc:spChg chg="del mod">
          <ac:chgData name="(s) Emma Shah" userId="f7cd7666-279f-41f8-ace7-a1fc94ecbca0" providerId="ADAL" clId="{E59682E5-FD5C-4551-B420-2FDF644DA252}" dt="2026-04-30T06:48:41.172" v="22483" actId="478"/>
          <ac:spMkLst>
            <pc:docMk/>
            <pc:sldMk cId="457130396" sldId="338"/>
            <ac:spMk id="10" creationId="{9DF619B7-B6B9-05DD-53FC-908CA729D536}"/>
          </ac:spMkLst>
        </pc:spChg>
        <pc:spChg chg="add mod">
          <ac:chgData name="(s) Emma Shah" userId="f7cd7666-279f-41f8-ace7-a1fc94ecbca0" providerId="ADAL" clId="{E59682E5-FD5C-4551-B420-2FDF644DA252}" dt="2026-04-30T06:56:20.915" v="23506" actId="20577"/>
          <ac:spMkLst>
            <pc:docMk/>
            <pc:sldMk cId="457130396" sldId="338"/>
            <ac:spMk id="11" creationId="{20EF62DE-4FE9-0846-6CF3-2EE666A3B9AF}"/>
          </ac:spMkLst>
        </pc:spChg>
        <pc:spChg chg="add mod">
          <ac:chgData name="(s) Emma Shah" userId="f7cd7666-279f-41f8-ace7-a1fc94ecbca0" providerId="ADAL" clId="{E59682E5-FD5C-4551-B420-2FDF644DA252}" dt="2026-04-30T06:55:35.560" v="23394" actId="20577"/>
          <ac:spMkLst>
            <pc:docMk/>
            <pc:sldMk cId="457130396" sldId="338"/>
            <ac:spMk id="13" creationId="{87CB7D9C-C05C-BA25-1642-35557A776997}"/>
          </ac:spMkLst>
        </pc:spChg>
        <pc:picChg chg="del">
          <ac:chgData name="(s) Emma Shah" userId="f7cd7666-279f-41f8-ace7-a1fc94ecbca0" providerId="ADAL" clId="{E59682E5-FD5C-4551-B420-2FDF644DA252}" dt="2026-04-30T06:48:38.462" v="22480" actId="478"/>
          <ac:picMkLst>
            <pc:docMk/>
            <pc:sldMk cId="457130396" sldId="338"/>
            <ac:picMk id="7" creationId="{97466424-27C5-8698-12E4-B68546A1A051}"/>
          </ac:picMkLst>
        </pc:picChg>
        <pc:picChg chg="del">
          <ac:chgData name="(s) Emma Shah" userId="f7cd7666-279f-41f8-ace7-a1fc94ecbca0" providerId="ADAL" clId="{E59682E5-FD5C-4551-B420-2FDF644DA252}" dt="2026-04-30T06:48:39.067" v="22481" actId="478"/>
          <ac:picMkLst>
            <pc:docMk/>
            <pc:sldMk cId="457130396" sldId="338"/>
            <ac:picMk id="9" creationId="{30CAC6F4-10C1-B91C-4C86-BD40323566CD}"/>
          </ac:picMkLst>
        </pc:picChg>
        <pc:picChg chg="add mod">
          <ac:chgData name="(s) Emma Shah" userId="f7cd7666-279f-41f8-ace7-a1fc94ecbca0" providerId="ADAL" clId="{E59682E5-FD5C-4551-B420-2FDF644DA252}" dt="2026-04-30T06:56:53.192" v="23508" actId="1076"/>
          <ac:picMkLst>
            <pc:docMk/>
            <pc:sldMk cId="457130396" sldId="338"/>
            <ac:picMk id="12" creationId="{5B2EB716-A179-E6B5-83C3-65239B924BDE}"/>
          </ac:picMkLst>
        </pc:picChg>
        <pc:picChg chg="add mod">
          <ac:chgData name="(s) Emma Shah" userId="f7cd7666-279f-41f8-ace7-a1fc94ecbca0" providerId="ADAL" clId="{E59682E5-FD5C-4551-B420-2FDF644DA252}" dt="2026-04-30T06:57:30.529" v="23516" actId="688"/>
          <ac:picMkLst>
            <pc:docMk/>
            <pc:sldMk cId="457130396" sldId="338"/>
            <ac:picMk id="14" creationId="{189D350D-67A0-D157-4614-FE2C3E58AF2A}"/>
          </ac:picMkLst>
        </pc:picChg>
      </pc:sldChg>
      <pc:sldChg chg="addSp delSp modSp mod ord">
        <pc:chgData name="(s) Emma Shah" userId="f7cd7666-279f-41f8-ace7-a1fc94ecbca0" providerId="ADAL" clId="{E59682E5-FD5C-4551-B420-2FDF644DA252}" dt="2026-04-30T08:57:47.842" v="27817" actId="5793"/>
        <pc:sldMkLst>
          <pc:docMk/>
          <pc:sldMk cId="2161598125" sldId="339"/>
        </pc:sldMkLst>
        <pc:spChg chg="add mod">
          <ac:chgData name="(s) Emma Shah" userId="f7cd7666-279f-41f8-ace7-a1fc94ecbca0" providerId="ADAL" clId="{E59682E5-FD5C-4551-B420-2FDF644DA252}" dt="2026-04-30T07:43:47.560" v="26173" actId="1076"/>
          <ac:spMkLst>
            <pc:docMk/>
            <pc:sldMk cId="2161598125" sldId="339"/>
            <ac:spMk id="2" creationId="{24F96D60-438F-6360-5918-E189BD4DE84D}"/>
          </ac:spMkLst>
        </pc:spChg>
        <pc:spChg chg="add">
          <ac:chgData name="(s) Emma Shah" userId="f7cd7666-279f-41f8-ace7-a1fc94ecbca0" providerId="ADAL" clId="{E59682E5-FD5C-4551-B420-2FDF644DA252}" dt="2026-04-30T07:43:54.258" v="26174"/>
          <ac:spMkLst>
            <pc:docMk/>
            <pc:sldMk cId="2161598125" sldId="339"/>
            <ac:spMk id="3" creationId="{DDDCE91D-0894-0073-A4A1-7F0AF37727FF}"/>
          </ac:spMkLst>
        </pc:spChg>
        <pc:spChg chg="mod">
          <ac:chgData name="(s) Emma Shah" userId="f7cd7666-279f-41f8-ace7-a1fc94ecbca0" providerId="ADAL" clId="{E59682E5-FD5C-4551-B420-2FDF644DA252}" dt="2026-04-30T08:57:47.842" v="27817" actId="5793"/>
          <ac:spMkLst>
            <pc:docMk/>
            <pc:sldMk cId="2161598125" sldId="339"/>
            <ac:spMk id="10" creationId="{E5103E08-2E13-D820-BFE1-EEE941388CF0}"/>
          </ac:spMkLst>
        </pc:spChg>
        <pc:picChg chg="del">
          <ac:chgData name="(s) Emma Shah" userId="f7cd7666-279f-41f8-ace7-a1fc94ecbca0" providerId="ADAL" clId="{E59682E5-FD5C-4551-B420-2FDF644DA252}" dt="2026-04-30T07:43:30.811" v="26157" actId="478"/>
          <ac:picMkLst>
            <pc:docMk/>
            <pc:sldMk cId="2161598125" sldId="339"/>
            <ac:picMk id="5" creationId="{357BE6C9-8A03-A2DC-F5B6-9DF724F3A36A}"/>
          </ac:picMkLst>
        </pc:picChg>
        <pc:picChg chg="del">
          <ac:chgData name="(s) Emma Shah" userId="f7cd7666-279f-41f8-ace7-a1fc94ecbca0" providerId="ADAL" clId="{E59682E5-FD5C-4551-B420-2FDF644DA252}" dt="2026-04-30T07:43:31.649" v="26159" actId="478"/>
          <ac:picMkLst>
            <pc:docMk/>
            <pc:sldMk cId="2161598125" sldId="339"/>
            <ac:picMk id="8" creationId="{1CC9418E-94C8-6BAA-34E5-8A9683ADC924}"/>
          </ac:picMkLst>
        </pc:picChg>
        <pc:picChg chg="del">
          <ac:chgData name="(s) Emma Shah" userId="f7cd7666-279f-41f8-ace7-a1fc94ecbca0" providerId="ADAL" clId="{E59682E5-FD5C-4551-B420-2FDF644DA252}" dt="2026-04-30T07:43:32.107" v="26160" actId="478"/>
          <ac:picMkLst>
            <pc:docMk/>
            <pc:sldMk cId="2161598125" sldId="339"/>
            <ac:picMk id="13" creationId="{CA297101-1627-D93F-6A26-E3E332BEE13C}"/>
          </ac:picMkLst>
        </pc:picChg>
        <pc:picChg chg="del">
          <ac:chgData name="(s) Emma Shah" userId="f7cd7666-279f-41f8-ace7-a1fc94ecbca0" providerId="ADAL" clId="{E59682E5-FD5C-4551-B420-2FDF644DA252}" dt="2026-04-30T07:43:31.285" v="26158" actId="478"/>
          <ac:picMkLst>
            <pc:docMk/>
            <pc:sldMk cId="2161598125" sldId="339"/>
            <ac:picMk id="15" creationId="{31CE6921-515E-9B8A-FDF8-883AF6D7A77C}"/>
          </ac:picMkLst>
        </pc:picChg>
        <pc:picChg chg="del">
          <ac:chgData name="(s) Emma Shah" userId="f7cd7666-279f-41f8-ace7-a1fc94ecbca0" providerId="ADAL" clId="{E59682E5-FD5C-4551-B420-2FDF644DA252}" dt="2026-04-30T07:43:32.424" v="26161" actId="478"/>
          <ac:picMkLst>
            <pc:docMk/>
            <pc:sldMk cId="2161598125" sldId="339"/>
            <ac:picMk id="18" creationId="{24C94D31-D1DB-D86C-EC74-B2C87AA58840}"/>
          </ac:picMkLst>
        </pc:picChg>
        <pc:picChg chg="add mod">
          <ac:chgData name="(s) Emma Shah" userId="f7cd7666-279f-41f8-ace7-a1fc94ecbca0" providerId="ADAL" clId="{E59682E5-FD5C-4551-B420-2FDF644DA252}" dt="2026-04-30T07:48:25.429" v="26484" actId="1076"/>
          <ac:picMkLst>
            <pc:docMk/>
            <pc:sldMk cId="2161598125" sldId="339"/>
            <ac:picMk id="7171" creationId="{33B213B2-3FDF-8C02-4FB7-BC48D7CD74B8}"/>
          </ac:picMkLst>
        </pc:picChg>
      </pc:sldChg>
      <pc:sldChg chg="del">
        <pc:chgData name="(s) Emma Shah" userId="f7cd7666-279f-41f8-ace7-a1fc94ecbca0" providerId="ADAL" clId="{E59682E5-FD5C-4551-B420-2FDF644DA252}" dt="2026-04-30T07:43:25.501" v="26154" actId="47"/>
        <pc:sldMkLst>
          <pc:docMk/>
          <pc:sldMk cId="1005810254" sldId="340"/>
        </pc:sldMkLst>
      </pc:sldChg>
      <pc:sldChg chg="addSp delSp modSp mod ord">
        <pc:chgData name="(s) Emma Shah" userId="f7cd7666-279f-41f8-ace7-a1fc94ecbca0" providerId="ADAL" clId="{E59682E5-FD5C-4551-B420-2FDF644DA252}" dt="2026-04-30T07:57:39.015" v="27063" actId="1076"/>
        <pc:sldMkLst>
          <pc:docMk/>
          <pc:sldMk cId="3613372398" sldId="341"/>
        </pc:sldMkLst>
        <pc:spChg chg="mod">
          <ac:chgData name="(s) Emma Shah" userId="f7cd7666-279f-41f8-ace7-a1fc94ecbca0" providerId="ADAL" clId="{E59682E5-FD5C-4551-B420-2FDF644DA252}" dt="2026-04-30T07:39:04.701" v="25713" actId="20577"/>
          <ac:spMkLst>
            <pc:docMk/>
            <pc:sldMk cId="3613372398" sldId="341"/>
            <ac:spMk id="5" creationId="{0F23BBB9-D155-92D5-AAB3-AC5B9BAC9707}"/>
          </ac:spMkLst>
        </pc:spChg>
        <pc:spChg chg="del mod">
          <ac:chgData name="(s) Emma Shah" userId="f7cd7666-279f-41f8-ace7-a1fc94ecbca0" providerId="ADAL" clId="{E59682E5-FD5C-4551-B420-2FDF644DA252}" dt="2026-04-30T07:39:10.385" v="25715" actId="478"/>
          <ac:spMkLst>
            <pc:docMk/>
            <pc:sldMk cId="3613372398" sldId="341"/>
            <ac:spMk id="8" creationId="{200BE6E4-F452-ACD7-AEA8-C2460A5C9F22}"/>
          </ac:spMkLst>
        </pc:spChg>
        <pc:picChg chg="add mod">
          <ac:chgData name="(s) Emma Shah" userId="f7cd7666-279f-41f8-ace7-a1fc94ecbca0" providerId="ADAL" clId="{E59682E5-FD5C-4551-B420-2FDF644DA252}" dt="2026-04-30T07:57:39.015" v="27063" actId="1076"/>
          <ac:picMkLst>
            <pc:docMk/>
            <pc:sldMk cId="3613372398" sldId="341"/>
            <ac:picMk id="2" creationId="{4434AE80-1874-C08F-4DF6-726264E28341}"/>
          </ac:picMkLst>
        </pc:picChg>
        <pc:picChg chg="del">
          <ac:chgData name="(s) Emma Shah" userId="f7cd7666-279f-41f8-ace7-a1fc94ecbca0" providerId="ADAL" clId="{E59682E5-FD5C-4551-B420-2FDF644DA252}" dt="2026-04-30T07:39:11.010" v="25716" actId="478"/>
          <ac:picMkLst>
            <pc:docMk/>
            <pc:sldMk cId="3613372398" sldId="341"/>
            <ac:picMk id="6" creationId="{C1B53E13-F217-E606-D382-6BA6E52DF272}"/>
          </ac:picMkLst>
        </pc:picChg>
      </pc:sldChg>
      <pc:sldChg chg="del">
        <pc:chgData name="(s) Emma Shah" userId="f7cd7666-279f-41f8-ace7-a1fc94ecbca0" providerId="ADAL" clId="{E59682E5-FD5C-4551-B420-2FDF644DA252}" dt="2026-04-30T07:56:07.760" v="27045" actId="2696"/>
        <pc:sldMkLst>
          <pc:docMk/>
          <pc:sldMk cId="3404481768" sldId="342"/>
        </pc:sldMkLst>
      </pc:sldChg>
      <pc:sldChg chg="del">
        <pc:chgData name="(s) Emma Shah" userId="f7cd7666-279f-41f8-ace7-a1fc94ecbca0" providerId="ADAL" clId="{E59682E5-FD5C-4551-B420-2FDF644DA252}" dt="2026-04-30T07:56:10.131" v="27046" actId="2696"/>
        <pc:sldMkLst>
          <pc:docMk/>
          <pc:sldMk cId="2498163058" sldId="343"/>
        </pc:sldMkLst>
      </pc:sldChg>
      <pc:sldChg chg="del">
        <pc:chgData name="(s) Emma Shah" userId="f7cd7666-279f-41f8-ace7-a1fc94ecbca0" providerId="ADAL" clId="{E59682E5-FD5C-4551-B420-2FDF644DA252}" dt="2026-04-30T07:56:11.865" v="27047" actId="2696"/>
        <pc:sldMkLst>
          <pc:docMk/>
          <pc:sldMk cId="1533399391" sldId="344"/>
        </pc:sldMkLst>
      </pc:sldChg>
      <pc:sldChg chg="del">
        <pc:chgData name="(s) Emma Shah" userId="f7cd7666-279f-41f8-ace7-a1fc94ecbca0" providerId="ADAL" clId="{E59682E5-FD5C-4551-B420-2FDF644DA252}" dt="2026-04-30T07:56:16.931" v="27048" actId="2696"/>
        <pc:sldMkLst>
          <pc:docMk/>
          <pc:sldMk cId="4019006996" sldId="345"/>
        </pc:sldMkLst>
      </pc:sldChg>
      <pc:sldChg chg="del">
        <pc:chgData name="(s) Emma Shah" userId="f7cd7666-279f-41f8-ace7-a1fc94ecbca0" providerId="ADAL" clId="{E59682E5-FD5C-4551-B420-2FDF644DA252}" dt="2026-04-30T07:56:20.788" v="27049" actId="2696"/>
        <pc:sldMkLst>
          <pc:docMk/>
          <pc:sldMk cId="1296207800" sldId="346"/>
        </pc:sldMkLst>
      </pc:sldChg>
      <pc:sldChg chg="del">
        <pc:chgData name="(s) Emma Shah" userId="f7cd7666-279f-41f8-ace7-a1fc94ecbca0" providerId="ADAL" clId="{E59682E5-FD5C-4551-B420-2FDF644DA252}" dt="2026-04-30T07:56:26.194" v="27051" actId="2696"/>
        <pc:sldMkLst>
          <pc:docMk/>
          <pc:sldMk cId="2423407131" sldId="347"/>
        </pc:sldMkLst>
      </pc:sldChg>
      <pc:sldChg chg="del">
        <pc:chgData name="(s) Emma Shah" userId="f7cd7666-279f-41f8-ace7-a1fc94ecbca0" providerId="ADAL" clId="{E59682E5-FD5C-4551-B420-2FDF644DA252}" dt="2026-04-30T07:56:30.161" v="27052" actId="2696"/>
        <pc:sldMkLst>
          <pc:docMk/>
          <pc:sldMk cId="3464782057" sldId="348"/>
        </pc:sldMkLst>
      </pc:sldChg>
      <pc:sldChg chg="del">
        <pc:chgData name="(s) Emma Shah" userId="f7cd7666-279f-41f8-ace7-a1fc94ecbca0" providerId="ADAL" clId="{E59682E5-FD5C-4551-B420-2FDF644DA252}" dt="2026-04-30T07:56:31.948" v="27053" actId="2696"/>
        <pc:sldMkLst>
          <pc:docMk/>
          <pc:sldMk cId="3281259433" sldId="349"/>
        </pc:sldMkLst>
      </pc:sldChg>
      <pc:sldChg chg="del">
        <pc:chgData name="(s) Emma Shah" userId="f7cd7666-279f-41f8-ace7-a1fc94ecbca0" providerId="ADAL" clId="{E59682E5-FD5C-4551-B420-2FDF644DA252}" dt="2026-04-30T07:56:36.394" v="27055" actId="2696"/>
        <pc:sldMkLst>
          <pc:docMk/>
          <pc:sldMk cId="3293809822" sldId="350"/>
        </pc:sldMkLst>
      </pc:sldChg>
      <pc:sldChg chg="del">
        <pc:chgData name="(s) Emma Shah" userId="f7cd7666-279f-41f8-ace7-a1fc94ecbca0" providerId="ADAL" clId="{E59682E5-FD5C-4551-B420-2FDF644DA252}" dt="2026-04-30T07:56:38.789" v="27056" actId="2696"/>
        <pc:sldMkLst>
          <pc:docMk/>
          <pc:sldMk cId="1319433546" sldId="351"/>
        </pc:sldMkLst>
      </pc:sldChg>
      <pc:sldChg chg="del">
        <pc:chgData name="(s) Emma Shah" userId="f7cd7666-279f-41f8-ace7-a1fc94ecbca0" providerId="ADAL" clId="{E59682E5-FD5C-4551-B420-2FDF644DA252}" dt="2026-04-30T07:56:40.632" v="27057" actId="2696"/>
        <pc:sldMkLst>
          <pc:docMk/>
          <pc:sldMk cId="2910648563" sldId="352"/>
        </pc:sldMkLst>
      </pc:sldChg>
      <pc:sldChg chg="addSp modSp mod">
        <pc:chgData name="(s) Emma Shah" userId="f7cd7666-279f-41f8-ace7-a1fc94ecbca0" providerId="ADAL" clId="{E59682E5-FD5C-4551-B420-2FDF644DA252}" dt="2026-04-30T07:58:30.191" v="27084" actId="1076"/>
        <pc:sldMkLst>
          <pc:docMk/>
          <pc:sldMk cId="2399991766" sldId="353"/>
        </pc:sldMkLst>
        <pc:spChg chg="mod">
          <ac:chgData name="(s) Emma Shah" userId="f7cd7666-279f-41f8-ace7-a1fc94ecbca0" providerId="ADAL" clId="{E59682E5-FD5C-4551-B420-2FDF644DA252}" dt="2026-04-30T07:58:19.333" v="27080" actId="1076"/>
          <ac:spMkLst>
            <pc:docMk/>
            <pc:sldMk cId="2399991766" sldId="353"/>
            <ac:spMk id="2" creationId="{F083B7D0-7AFA-CDAD-AEB0-423BC230E052}"/>
          </ac:spMkLst>
        </pc:spChg>
        <pc:picChg chg="add mod">
          <ac:chgData name="(s) Emma Shah" userId="f7cd7666-279f-41f8-ace7-a1fc94ecbca0" providerId="ADAL" clId="{E59682E5-FD5C-4551-B420-2FDF644DA252}" dt="2026-04-30T07:58:30.191" v="27084" actId="1076"/>
          <ac:picMkLst>
            <pc:docMk/>
            <pc:sldMk cId="2399991766" sldId="353"/>
            <ac:picMk id="3" creationId="{3BD3CB1C-13DC-A045-0355-8322F34413EF}"/>
          </ac:picMkLst>
        </pc:picChg>
      </pc:sldChg>
      <pc:sldChg chg="del">
        <pc:chgData name="(s) Emma Shah" userId="f7cd7666-279f-41f8-ace7-a1fc94ecbca0" providerId="ADAL" clId="{E59682E5-FD5C-4551-B420-2FDF644DA252}" dt="2026-04-30T07:56:24.073" v="27050" actId="2696"/>
        <pc:sldMkLst>
          <pc:docMk/>
          <pc:sldMk cId="3887620284" sldId="355"/>
        </pc:sldMkLst>
      </pc:sldChg>
      <pc:sldChg chg="new del">
        <pc:chgData name="(s) Emma Shah" userId="f7cd7666-279f-41f8-ace7-a1fc94ecbca0" providerId="ADAL" clId="{E59682E5-FD5C-4551-B420-2FDF644DA252}" dt="2026-04-30T06:21:26.796" v="21111" actId="680"/>
        <pc:sldMkLst>
          <pc:docMk/>
          <pc:sldMk cId="25979185" sldId="356"/>
        </pc:sldMkLst>
      </pc:sldChg>
      <pc:sldChg chg="addSp delSp modSp add mod">
        <pc:chgData name="(s) Emma Shah" userId="f7cd7666-279f-41f8-ace7-a1fc94ecbca0" providerId="ADAL" clId="{E59682E5-FD5C-4551-B420-2FDF644DA252}" dt="2026-04-30T08:27:00.711" v="27629" actId="20577"/>
        <pc:sldMkLst>
          <pc:docMk/>
          <pc:sldMk cId="2794379743" sldId="356"/>
        </pc:sldMkLst>
        <pc:spChg chg="mod">
          <ac:chgData name="(s) Emma Shah" userId="f7cd7666-279f-41f8-ace7-a1fc94ecbca0" providerId="ADAL" clId="{E59682E5-FD5C-4551-B420-2FDF644DA252}" dt="2026-04-30T08:11:56.599" v="27430" actId="1076"/>
          <ac:spMkLst>
            <pc:docMk/>
            <pc:sldMk cId="2794379743" sldId="356"/>
            <ac:spMk id="9" creationId="{890BB3DD-F534-1A90-F93D-680E579FD090}"/>
          </ac:spMkLst>
        </pc:spChg>
        <pc:spChg chg="mod">
          <ac:chgData name="(s) Emma Shah" userId="f7cd7666-279f-41f8-ace7-a1fc94ecbca0" providerId="ADAL" clId="{E59682E5-FD5C-4551-B420-2FDF644DA252}" dt="2026-04-30T08:27:00.711" v="27629" actId="20577"/>
          <ac:spMkLst>
            <pc:docMk/>
            <pc:sldMk cId="2794379743" sldId="356"/>
            <ac:spMk id="10" creationId="{804EB3BD-97F2-93F6-AE7A-8EC26B7C7AA1}"/>
          </ac:spMkLst>
        </pc:spChg>
        <pc:picChg chg="add mod">
          <ac:chgData name="(s) Emma Shah" userId="f7cd7666-279f-41f8-ace7-a1fc94ecbca0" providerId="ADAL" clId="{E59682E5-FD5C-4551-B420-2FDF644DA252}" dt="2026-04-30T08:16:51.819" v="27600" actId="1076"/>
          <ac:picMkLst>
            <pc:docMk/>
            <pc:sldMk cId="2794379743" sldId="356"/>
            <ac:picMk id="2" creationId="{598196AA-9396-102B-F533-66EEB1330BAA}"/>
          </ac:picMkLst>
        </pc:picChg>
        <pc:picChg chg="add mod">
          <ac:chgData name="(s) Emma Shah" userId="f7cd7666-279f-41f8-ace7-a1fc94ecbca0" providerId="ADAL" clId="{E59682E5-FD5C-4551-B420-2FDF644DA252}" dt="2026-04-30T08:12:04.192" v="27432" actId="1076"/>
          <ac:picMkLst>
            <pc:docMk/>
            <pc:sldMk cId="2794379743" sldId="356"/>
            <ac:picMk id="4" creationId="{575AB58B-6691-5C57-937F-31F9C94642A7}"/>
          </ac:picMkLst>
        </pc:picChg>
        <pc:picChg chg="del">
          <ac:chgData name="(s) Emma Shah" userId="f7cd7666-279f-41f8-ace7-a1fc94ecbca0" providerId="ADAL" clId="{E59682E5-FD5C-4551-B420-2FDF644DA252}" dt="2026-04-30T06:22:57.287" v="21132" actId="478"/>
          <ac:picMkLst>
            <pc:docMk/>
            <pc:sldMk cId="2794379743" sldId="356"/>
            <ac:picMk id="7" creationId="{828D45CB-4BC7-34AE-9EC8-85204DAA68FF}"/>
          </ac:picMkLst>
        </pc:picChg>
        <pc:picChg chg="del">
          <ac:chgData name="(s) Emma Shah" userId="f7cd7666-279f-41f8-ace7-a1fc94ecbca0" providerId="ADAL" clId="{E59682E5-FD5C-4551-B420-2FDF644DA252}" dt="2026-04-30T06:22:58.026" v="21133" actId="478"/>
          <ac:picMkLst>
            <pc:docMk/>
            <pc:sldMk cId="2794379743" sldId="356"/>
            <ac:picMk id="12" creationId="{16CDB3C5-48E4-71B3-BB01-0415F68BC015}"/>
          </ac:picMkLst>
        </pc:picChg>
        <pc:picChg chg="del">
          <ac:chgData name="(s) Emma Shah" userId="f7cd7666-279f-41f8-ace7-a1fc94ecbca0" providerId="ADAL" clId="{E59682E5-FD5C-4551-B420-2FDF644DA252}" dt="2026-04-30T06:22:58.436" v="21134" actId="478"/>
          <ac:picMkLst>
            <pc:docMk/>
            <pc:sldMk cId="2794379743" sldId="356"/>
            <ac:picMk id="16" creationId="{9C88A9EE-DB8A-14A9-4C3E-1986B2A0A868}"/>
          </ac:picMkLst>
        </pc:picChg>
        <pc:picChg chg="add mod">
          <ac:chgData name="(s) Emma Shah" userId="f7cd7666-279f-41f8-ace7-a1fc94ecbca0" providerId="ADAL" clId="{E59682E5-FD5C-4551-B420-2FDF644DA252}" dt="2026-04-30T08:11:59.840" v="27431" actId="1076"/>
          <ac:picMkLst>
            <pc:docMk/>
            <pc:sldMk cId="2794379743" sldId="356"/>
            <ac:picMk id="2050" creationId="{199B6580-8FEF-AC74-19F8-8F9E54DF446F}"/>
          </ac:picMkLst>
        </pc:picChg>
      </pc:sldChg>
      <pc:sldChg chg="add del">
        <pc:chgData name="(s) Emma Shah" userId="f7cd7666-279f-41f8-ace7-a1fc94ecbca0" providerId="ADAL" clId="{E59682E5-FD5C-4551-B420-2FDF644DA252}" dt="2026-04-30T06:21:31.475" v="21113" actId="47"/>
        <pc:sldMkLst>
          <pc:docMk/>
          <pc:sldMk cId="3174318778" sldId="356"/>
        </pc:sldMkLst>
      </pc:sldChg>
      <pc:sldChg chg="addSp modSp add mod">
        <pc:chgData name="(s) Emma Shah" userId="f7cd7666-279f-41f8-ace7-a1fc94ecbca0" providerId="ADAL" clId="{E59682E5-FD5C-4551-B420-2FDF644DA252}" dt="2026-04-30T08:52:39.001" v="27738" actId="20577"/>
        <pc:sldMkLst>
          <pc:docMk/>
          <pc:sldMk cId="756705020" sldId="357"/>
        </pc:sldMkLst>
        <pc:spChg chg="mod">
          <ac:chgData name="(s) Emma Shah" userId="f7cd7666-279f-41f8-ace7-a1fc94ecbca0" providerId="ADAL" clId="{E59682E5-FD5C-4551-B420-2FDF644DA252}" dt="2026-04-30T06:59:04.914" v="23688" actId="1076"/>
          <ac:spMkLst>
            <pc:docMk/>
            <pc:sldMk cId="756705020" sldId="357"/>
            <ac:spMk id="6" creationId="{5DEF3971-D342-2F88-525B-F1304B40A9EA}"/>
          </ac:spMkLst>
        </pc:spChg>
        <pc:spChg chg="mod">
          <ac:chgData name="(s) Emma Shah" userId="f7cd7666-279f-41f8-ace7-a1fc94ecbca0" providerId="ADAL" clId="{E59682E5-FD5C-4551-B420-2FDF644DA252}" dt="2026-04-30T08:52:28.823" v="27737" actId="20577"/>
          <ac:spMkLst>
            <pc:docMk/>
            <pc:sldMk cId="756705020" sldId="357"/>
            <ac:spMk id="11" creationId="{9A0E38CC-8C10-E2DE-10B8-6EEA3483B1EC}"/>
          </ac:spMkLst>
        </pc:spChg>
        <pc:spChg chg="mod">
          <ac:chgData name="(s) Emma Shah" userId="f7cd7666-279f-41f8-ace7-a1fc94ecbca0" providerId="ADAL" clId="{E59682E5-FD5C-4551-B420-2FDF644DA252}" dt="2026-04-30T08:52:39.001" v="27738" actId="20577"/>
          <ac:spMkLst>
            <pc:docMk/>
            <pc:sldMk cId="756705020" sldId="357"/>
            <ac:spMk id="13" creationId="{E6190DAC-1317-3001-3DBA-3145E63EBCD9}"/>
          </ac:spMkLst>
        </pc:spChg>
        <pc:picChg chg="add mod">
          <ac:chgData name="(s) Emma Shah" userId="f7cd7666-279f-41f8-ace7-a1fc94ecbca0" providerId="ADAL" clId="{E59682E5-FD5C-4551-B420-2FDF644DA252}" dt="2026-04-30T06:59:28.892" v="23693" actId="1076"/>
          <ac:picMkLst>
            <pc:docMk/>
            <pc:sldMk cId="756705020" sldId="357"/>
            <ac:picMk id="2" creationId="{EC39D00C-A9F0-4F7E-B390-050A985A4CA6}"/>
          </ac:picMkLst>
        </pc:picChg>
      </pc:sldChg>
      <pc:sldChg chg="addSp delSp modSp add mod">
        <pc:chgData name="(s) Emma Shah" userId="f7cd7666-279f-41f8-ace7-a1fc94ecbca0" providerId="ADAL" clId="{E59682E5-FD5C-4551-B420-2FDF644DA252}" dt="2026-04-30T08:53:48.559" v="27748" actId="1076"/>
        <pc:sldMkLst>
          <pc:docMk/>
          <pc:sldMk cId="3045020017" sldId="358"/>
        </pc:sldMkLst>
        <pc:spChg chg="mod">
          <ac:chgData name="(s) Emma Shah" userId="f7cd7666-279f-41f8-ace7-a1fc94ecbca0" providerId="ADAL" clId="{E59682E5-FD5C-4551-B420-2FDF644DA252}" dt="2026-04-30T07:02:37.162" v="23830" actId="14100"/>
          <ac:spMkLst>
            <pc:docMk/>
            <pc:sldMk cId="3045020017" sldId="358"/>
            <ac:spMk id="6" creationId="{78FA4579-A336-E262-209A-947C0F72FDC8}"/>
          </ac:spMkLst>
        </pc:spChg>
        <pc:spChg chg="add mod">
          <ac:chgData name="(s) Emma Shah" userId="f7cd7666-279f-41f8-ace7-a1fc94ecbca0" providerId="ADAL" clId="{E59682E5-FD5C-4551-B420-2FDF644DA252}" dt="2026-04-30T08:53:24.367" v="27743" actId="20577"/>
          <ac:spMkLst>
            <pc:docMk/>
            <pc:sldMk cId="3045020017" sldId="358"/>
            <ac:spMk id="7" creationId="{CE8E49BE-1A15-34DB-8588-EFAB5B8C2B9B}"/>
          </ac:spMkLst>
        </pc:spChg>
        <pc:spChg chg="add mod">
          <ac:chgData name="(s) Emma Shah" userId="f7cd7666-279f-41f8-ace7-a1fc94ecbca0" providerId="ADAL" clId="{E59682E5-FD5C-4551-B420-2FDF644DA252}" dt="2026-04-30T08:53:48.559" v="27748" actId="1076"/>
          <ac:spMkLst>
            <pc:docMk/>
            <pc:sldMk cId="3045020017" sldId="358"/>
            <ac:spMk id="8" creationId="{BA7A73E7-8459-4A67-88B6-D80A1A1919B5}"/>
          </ac:spMkLst>
        </pc:spChg>
        <pc:spChg chg="mod">
          <ac:chgData name="(s) Emma Shah" userId="f7cd7666-279f-41f8-ace7-a1fc94ecbca0" providerId="ADAL" clId="{E59682E5-FD5C-4551-B420-2FDF644DA252}" dt="2026-04-30T07:15:05.193" v="24385" actId="20577"/>
          <ac:spMkLst>
            <pc:docMk/>
            <pc:sldMk cId="3045020017" sldId="358"/>
            <ac:spMk id="11" creationId="{7E90646A-065E-4CD5-F57D-5F7F98957A14}"/>
          </ac:spMkLst>
        </pc:spChg>
        <pc:spChg chg="del">
          <ac:chgData name="(s) Emma Shah" userId="f7cd7666-279f-41f8-ace7-a1fc94ecbca0" providerId="ADAL" clId="{E59682E5-FD5C-4551-B420-2FDF644DA252}" dt="2026-04-30T07:08:06.805" v="24088" actId="478"/>
          <ac:spMkLst>
            <pc:docMk/>
            <pc:sldMk cId="3045020017" sldId="358"/>
            <ac:spMk id="13" creationId="{7D67D6C8-6DE9-80DB-C754-C06689F6697E}"/>
          </ac:spMkLst>
        </pc:spChg>
        <pc:graphicFrameChg chg="add mod modGraphic">
          <ac:chgData name="(s) Emma Shah" userId="f7cd7666-279f-41f8-ace7-a1fc94ecbca0" providerId="ADAL" clId="{E59682E5-FD5C-4551-B420-2FDF644DA252}" dt="2026-04-30T07:14:44.072" v="24294" actId="1076"/>
          <ac:graphicFrameMkLst>
            <pc:docMk/>
            <pc:sldMk cId="3045020017" sldId="358"/>
            <ac:graphicFrameMk id="3" creationId="{CF971272-1D65-2B17-C658-C545B782FCAF}"/>
          </ac:graphicFrameMkLst>
        </pc:graphicFrameChg>
        <pc:picChg chg="del mod">
          <ac:chgData name="(s) Emma Shah" userId="f7cd7666-279f-41f8-ace7-a1fc94ecbca0" providerId="ADAL" clId="{E59682E5-FD5C-4551-B420-2FDF644DA252}" dt="2026-04-30T07:02:39.294" v="23832" actId="478"/>
          <ac:picMkLst>
            <pc:docMk/>
            <pc:sldMk cId="3045020017" sldId="358"/>
            <ac:picMk id="2" creationId="{7007C99C-04FD-B337-AD41-02415A4EF7EF}"/>
          </ac:picMkLst>
        </pc:picChg>
        <pc:picChg chg="del">
          <ac:chgData name="(s) Emma Shah" userId="f7cd7666-279f-41f8-ace7-a1fc94ecbca0" providerId="ADAL" clId="{E59682E5-FD5C-4551-B420-2FDF644DA252}" dt="2026-04-30T07:08:05.517" v="24087" actId="478"/>
          <ac:picMkLst>
            <pc:docMk/>
            <pc:sldMk cId="3045020017" sldId="358"/>
            <ac:picMk id="12" creationId="{365D5DA1-9A6E-6F65-2721-16C59D9418C1}"/>
          </ac:picMkLst>
        </pc:picChg>
      </pc:sldChg>
      <pc:sldChg chg="addSp delSp modSp add mod">
        <pc:chgData name="(s) Emma Shah" userId="f7cd7666-279f-41f8-ace7-a1fc94ecbca0" providerId="ADAL" clId="{E59682E5-FD5C-4551-B420-2FDF644DA252}" dt="2026-04-30T08:55:57.190" v="27771" actId="20577"/>
        <pc:sldMkLst>
          <pc:docMk/>
          <pc:sldMk cId="4259880143" sldId="359"/>
        </pc:sldMkLst>
        <pc:spChg chg="mod">
          <ac:chgData name="(s) Emma Shah" userId="f7cd7666-279f-41f8-ace7-a1fc94ecbca0" providerId="ADAL" clId="{E59682E5-FD5C-4551-B420-2FDF644DA252}" dt="2026-04-30T07:18:18.110" v="24572" actId="1076"/>
          <ac:spMkLst>
            <pc:docMk/>
            <pc:sldMk cId="4259880143" sldId="359"/>
            <ac:spMk id="4" creationId="{21FEAC96-C0C2-5B5B-C5C3-3F5A3427BF8D}"/>
          </ac:spMkLst>
        </pc:spChg>
        <pc:spChg chg="mod">
          <ac:chgData name="(s) Emma Shah" userId="f7cd7666-279f-41f8-ace7-a1fc94ecbca0" providerId="ADAL" clId="{E59682E5-FD5C-4551-B420-2FDF644DA252}" dt="2026-04-30T07:34:21.036" v="25455" actId="1076"/>
          <ac:spMkLst>
            <pc:docMk/>
            <pc:sldMk cId="4259880143" sldId="359"/>
            <ac:spMk id="6" creationId="{03CE12B9-E433-BFF1-B46C-BAE531DC20C2}"/>
          </ac:spMkLst>
        </pc:spChg>
        <pc:spChg chg="del">
          <ac:chgData name="(s) Emma Shah" userId="f7cd7666-279f-41f8-ace7-a1fc94ecbca0" providerId="ADAL" clId="{E59682E5-FD5C-4551-B420-2FDF644DA252}" dt="2026-04-30T07:16:09.139" v="24418" actId="478"/>
          <ac:spMkLst>
            <pc:docMk/>
            <pc:sldMk cId="4259880143" sldId="359"/>
            <ac:spMk id="7" creationId="{F17480EF-B85E-88B0-7225-44C8636B98C6}"/>
          </ac:spMkLst>
        </pc:spChg>
        <pc:spChg chg="mod">
          <ac:chgData name="(s) Emma Shah" userId="f7cd7666-279f-41f8-ace7-a1fc94ecbca0" providerId="ADAL" clId="{E59682E5-FD5C-4551-B420-2FDF644DA252}" dt="2026-04-30T08:55:57.190" v="27771" actId="20577"/>
          <ac:spMkLst>
            <pc:docMk/>
            <pc:sldMk cId="4259880143" sldId="359"/>
            <ac:spMk id="11" creationId="{D052F3DB-E8B0-0474-99FB-540C4EF66E2D}"/>
          </ac:spMkLst>
        </pc:spChg>
        <pc:graphicFrameChg chg="del">
          <ac:chgData name="(s) Emma Shah" userId="f7cd7666-279f-41f8-ace7-a1fc94ecbca0" providerId="ADAL" clId="{E59682E5-FD5C-4551-B420-2FDF644DA252}" dt="2026-04-30T07:16:07.556" v="24417" actId="478"/>
          <ac:graphicFrameMkLst>
            <pc:docMk/>
            <pc:sldMk cId="4259880143" sldId="359"/>
            <ac:graphicFrameMk id="3" creationId="{84445F10-D14C-9EEE-8E64-BC0EEC7A5DE3}"/>
          </ac:graphicFrameMkLst>
        </pc:graphicFrameChg>
        <pc:picChg chg="add del mod">
          <ac:chgData name="(s) Emma Shah" userId="f7cd7666-279f-41f8-ace7-a1fc94ecbca0" providerId="ADAL" clId="{E59682E5-FD5C-4551-B420-2FDF644DA252}" dt="2026-04-30T07:18:09.929" v="24567" actId="478"/>
          <ac:picMkLst>
            <pc:docMk/>
            <pc:sldMk cId="4259880143" sldId="359"/>
            <ac:picMk id="2" creationId="{9106395A-A59F-B22D-4BF7-35B7C126AD4C}"/>
          </ac:picMkLst>
        </pc:picChg>
        <pc:picChg chg="add del mod">
          <ac:chgData name="(s) Emma Shah" userId="f7cd7666-279f-41f8-ace7-a1fc94ecbca0" providerId="ADAL" clId="{E59682E5-FD5C-4551-B420-2FDF644DA252}" dt="2026-04-30T07:18:08.850" v="24566" actId="478"/>
          <ac:picMkLst>
            <pc:docMk/>
            <pc:sldMk cId="4259880143" sldId="359"/>
            <ac:picMk id="5" creationId="{338C82FE-9267-F686-5D73-A30DB55D8E25}"/>
          </ac:picMkLst>
        </pc:picChg>
        <pc:picChg chg="add mod">
          <ac:chgData name="(s) Emma Shah" userId="f7cd7666-279f-41f8-ace7-a1fc94ecbca0" providerId="ADAL" clId="{E59682E5-FD5C-4551-B420-2FDF644DA252}" dt="2026-04-30T07:26:38.754" v="25217" actId="1076"/>
          <ac:picMkLst>
            <pc:docMk/>
            <pc:sldMk cId="4259880143" sldId="359"/>
            <ac:picMk id="8" creationId="{72546C1E-6738-B386-0385-E0E4C0E0FA5E}"/>
          </ac:picMkLst>
        </pc:picChg>
        <pc:picChg chg="add mod">
          <ac:chgData name="(s) Emma Shah" userId="f7cd7666-279f-41f8-ace7-a1fc94ecbca0" providerId="ADAL" clId="{E59682E5-FD5C-4551-B420-2FDF644DA252}" dt="2026-04-30T07:18:15.613" v="24570" actId="1076"/>
          <ac:picMkLst>
            <pc:docMk/>
            <pc:sldMk cId="4259880143" sldId="359"/>
            <ac:picMk id="9" creationId="{2A00A886-0AAB-12C4-415E-5B994F2F2AC7}"/>
          </ac:picMkLst>
        </pc:picChg>
      </pc:sldChg>
      <pc:sldChg chg="addSp delSp modSp add mod setBg">
        <pc:chgData name="(s) Emma Shah" userId="f7cd7666-279f-41f8-ace7-a1fc94ecbca0" providerId="ADAL" clId="{E59682E5-FD5C-4551-B420-2FDF644DA252}" dt="2026-04-30T08:56:47.957" v="27799" actId="20577"/>
        <pc:sldMkLst>
          <pc:docMk/>
          <pc:sldMk cId="3406610697" sldId="360"/>
        </pc:sldMkLst>
        <pc:spChg chg="mod ord">
          <ac:chgData name="(s) Emma Shah" userId="f7cd7666-279f-41f8-ace7-a1fc94ecbca0" providerId="ADAL" clId="{E59682E5-FD5C-4551-B420-2FDF644DA252}" dt="2026-04-30T07:30:53.186" v="25394" actId="26606"/>
          <ac:spMkLst>
            <pc:docMk/>
            <pc:sldMk cId="3406610697" sldId="360"/>
            <ac:spMk id="4" creationId="{6A7DDFB6-9FBF-DA73-9987-D7EE202D469A}"/>
          </ac:spMkLst>
        </pc:spChg>
        <pc:spChg chg="add del">
          <ac:chgData name="(s) Emma Shah" userId="f7cd7666-279f-41f8-ace7-a1fc94ecbca0" providerId="ADAL" clId="{E59682E5-FD5C-4551-B420-2FDF644DA252}" dt="2026-04-30T07:31:34.991" v="25404" actId="21"/>
          <ac:spMkLst>
            <pc:docMk/>
            <pc:sldMk cId="3406610697" sldId="360"/>
            <ac:spMk id="5" creationId="{75DAE2DF-E161-72CC-2163-44AA3B90F2E0}"/>
          </ac:spMkLst>
        </pc:spChg>
        <pc:spChg chg="mod">
          <ac:chgData name="(s) Emma Shah" userId="f7cd7666-279f-41f8-ace7-a1fc94ecbca0" providerId="ADAL" clId="{E59682E5-FD5C-4551-B420-2FDF644DA252}" dt="2026-04-30T07:38:03.353" v="25696" actId="1076"/>
          <ac:spMkLst>
            <pc:docMk/>
            <pc:sldMk cId="3406610697" sldId="360"/>
            <ac:spMk id="6" creationId="{14E92B3A-1022-06BF-78F0-3DC8DFC96B8F}"/>
          </ac:spMkLst>
        </pc:spChg>
        <pc:spChg chg="add mod">
          <ac:chgData name="(s) Emma Shah" userId="f7cd7666-279f-41f8-ace7-a1fc94ecbca0" providerId="ADAL" clId="{E59682E5-FD5C-4551-B420-2FDF644DA252}" dt="2026-04-30T07:31:44.995" v="25406"/>
          <ac:spMkLst>
            <pc:docMk/>
            <pc:sldMk cId="3406610697" sldId="360"/>
            <ac:spMk id="7" creationId="{0CAD9C5E-FACB-C8C0-1EAB-C9F82360A01A}"/>
          </ac:spMkLst>
        </pc:spChg>
        <pc:spChg chg="add mod">
          <ac:chgData name="(s) Emma Shah" userId="f7cd7666-279f-41f8-ace7-a1fc94ecbca0" providerId="ADAL" clId="{E59682E5-FD5C-4551-B420-2FDF644DA252}" dt="2026-04-30T07:31:44.995" v="25406"/>
          <ac:spMkLst>
            <pc:docMk/>
            <pc:sldMk cId="3406610697" sldId="360"/>
            <ac:spMk id="10" creationId="{795B1FCB-3399-8817-5245-86F344363953}"/>
          </ac:spMkLst>
        </pc:spChg>
        <pc:spChg chg="add del mod">
          <ac:chgData name="(s) Emma Shah" userId="f7cd7666-279f-41f8-ace7-a1fc94ecbca0" providerId="ADAL" clId="{E59682E5-FD5C-4551-B420-2FDF644DA252}" dt="2026-04-30T07:31:53.313" v="25407" actId="478"/>
          <ac:spMkLst>
            <pc:docMk/>
            <pc:sldMk cId="3406610697" sldId="360"/>
            <ac:spMk id="11" creationId="{1BDA44F6-459D-43D5-F07D-91A4FC7811B0}"/>
          </ac:spMkLst>
        </pc:spChg>
        <pc:spChg chg="add mod">
          <ac:chgData name="(s) Emma Shah" userId="f7cd7666-279f-41f8-ace7-a1fc94ecbca0" providerId="ADAL" clId="{E59682E5-FD5C-4551-B420-2FDF644DA252}" dt="2026-04-30T08:56:47.957" v="27799" actId="20577"/>
          <ac:spMkLst>
            <pc:docMk/>
            <pc:sldMk cId="3406610697" sldId="360"/>
            <ac:spMk id="13" creationId="{A22A1004-093B-D442-BF18-9BFC4632F414}"/>
          </ac:spMkLst>
        </pc:spChg>
        <pc:spChg chg="add">
          <ac:chgData name="(s) Emma Shah" userId="f7cd7666-279f-41f8-ace7-a1fc94ecbca0" providerId="ADAL" clId="{E59682E5-FD5C-4551-B420-2FDF644DA252}" dt="2026-04-30T07:30:53.186" v="25394" actId="26606"/>
          <ac:spMkLst>
            <pc:docMk/>
            <pc:sldMk cId="3406610697" sldId="360"/>
            <ac:spMk id="23" creationId="{104332FF-8349-42A5-B5C8-5EE3825CE252}"/>
          </ac:spMkLst>
        </pc:spChg>
        <pc:spChg chg="add">
          <ac:chgData name="(s) Emma Shah" userId="f7cd7666-279f-41f8-ace7-a1fc94ecbca0" providerId="ADAL" clId="{E59682E5-FD5C-4551-B420-2FDF644DA252}" dt="2026-04-30T07:30:53.186" v="25394" actId="26606"/>
          <ac:spMkLst>
            <pc:docMk/>
            <pc:sldMk cId="3406610697" sldId="360"/>
            <ac:spMk id="25" creationId="{5A0118C5-4F8D-4CF4-BADD-53FEACC6C42A}"/>
          </ac:spMkLst>
        </pc:spChg>
        <pc:spChg chg="add">
          <ac:chgData name="(s) Emma Shah" userId="f7cd7666-279f-41f8-ace7-a1fc94ecbca0" providerId="ADAL" clId="{E59682E5-FD5C-4551-B420-2FDF644DA252}" dt="2026-04-30T07:30:53.186" v="25394" actId="26606"/>
          <ac:spMkLst>
            <pc:docMk/>
            <pc:sldMk cId="3406610697" sldId="360"/>
            <ac:spMk id="27" creationId="{F98F79A4-A6C7-4101-B1E9-27E05CB7CFA0}"/>
          </ac:spMkLst>
        </pc:spChg>
        <pc:spChg chg="add">
          <ac:chgData name="(s) Emma Shah" userId="f7cd7666-279f-41f8-ace7-a1fc94ecbca0" providerId="ADAL" clId="{E59682E5-FD5C-4551-B420-2FDF644DA252}" dt="2026-04-30T07:30:53.186" v="25394" actId="26606"/>
          <ac:spMkLst>
            <pc:docMk/>
            <pc:sldMk cId="3406610697" sldId="360"/>
            <ac:spMk id="29" creationId="{79AFCB35-9C04-4524-A0B1-57FF6865D013}"/>
          </ac:spMkLst>
        </pc:spChg>
        <pc:spChg chg="add">
          <ac:chgData name="(s) Emma Shah" userId="f7cd7666-279f-41f8-ace7-a1fc94ecbca0" providerId="ADAL" clId="{E59682E5-FD5C-4551-B420-2FDF644DA252}" dt="2026-04-30T07:30:53.186" v="25394" actId="26606"/>
          <ac:spMkLst>
            <pc:docMk/>
            <pc:sldMk cId="3406610697" sldId="360"/>
            <ac:spMk id="33" creationId="{83C8019B-3985-409B-9B87-494B974EE9A2}"/>
          </ac:spMkLst>
        </pc:spChg>
        <pc:spChg chg="add">
          <ac:chgData name="(s) Emma Shah" userId="f7cd7666-279f-41f8-ace7-a1fc94ecbca0" providerId="ADAL" clId="{E59682E5-FD5C-4551-B420-2FDF644DA252}" dt="2026-04-30T07:30:53.186" v="25394" actId="26606"/>
          <ac:spMkLst>
            <pc:docMk/>
            <pc:sldMk cId="3406610697" sldId="360"/>
            <ac:spMk id="35" creationId="{9E5C5460-229E-46C8-A712-CC317985420F}"/>
          </ac:spMkLst>
        </pc:spChg>
        <pc:spChg chg="add">
          <ac:chgData name="(s) Emma Shah" userId="f7cd7666-279f-41f8-ace7-a1fc94ecbca0" providerId="ADAL" clId="{E59682E5-FD5C-4551-B420-2FDF644DA252}" dt="2026-04-30T07:30:53.186" v="25394" actId="26606"/>
          <ac:spMkLst>
            <pc:docMk/>
            <pc:sldMk cId="3406610697" sldId="360"/>
            <ac:spMk id="37" creationId="{B85A4DB3-61AA-49A1-85A9-B3397CD519AB}"/>
          </ac:spMkLst>
        </pc:spChg>
        <pc:picChg chg="add mod">
          <ac:chgData name="(s) Emma Shah" userId="f7cd7666-279f-41f8-ace7-a1fc94ecbca0" providerId="ADAL" clId="{E59682E5-FD5C-4551-B420-2FDF644DA252}" dt="2026-04-30T07:38:06.762" v="25697" actId="1076"/>
          <ac:picMkLst>
            <pc:docMk/>
            <pc:sldMk cId="3406610697" sldId="360"/>
            <ac:picMk id="3" creationId="{C0712C44-C5BE-5FF8-BAF9-EA6BECC673A9}"/>
          </ac:picMkLst>
        </pc:picChg>
        <pc:picChg chg="del">
          <ac:chgData name="(s) Emma Shah" userId="f7cd7666-279f-41f8-ace7-a1fc94ecbca0" providerId="ADAL" clId="{E59682E5-FD5C-4551-B420-2FDF644DA252}" dt="2026-04-30T07:28:47.717" v="25386" actId="478"/>
          <ac:picMkLst>
            <pc:docMk/>
            <pc:sldMk cId="3406610697" sldId="360"/>
            <ac:picMk id="8" creationId="{DA374127-6DC2-B1A2-4C35-9427D77103F3}"/>
          </ac:picMkLst>
        </pc:picChg>
        <pc:picChg chg="del">
          <ac:chgData name="(s) Emma Shah" userId="f7cd7666-279f-41f8-ace7-a1fc94ecbca0" providerId="ADAL" clId="{E59682E5-FD5C-4551-B420-2FDF644DA252}" dt="2026-04-30T07:28:47.146" v="25385" actId="478"/>
          <ac:picMkLst>
            <pc:docMk/>
            <pc:sldMk cId="3406610697" sldId="360"/>
            <ac:picMk id="9" creationId="{7D215885-F104-308F-D43A-FE81EBFF522F}"/>
          </ac:picMkLst>
        </pc:picChg>
      </pc:sldChg>
      <pc:sldChg chg="add del">
        <pc:chgData name="(s) Emma Shah" userId="f7cd7666-279f-41f8-ace7-a1fc94ecbca0" providerId="ADAL" clId="{E59682E5-FD5C-4551-B420-2FDF644DA252}" dt="2026-04-30T07:38:37.319" v="25699" actId="2890"/>
        <pc:sldMkLst>
          <pc:docMk/>
          <pc:sldMk cId="3536901492" sldId="361"/>
        </pc:sldMkLst>
      </pc:sldChg>
      <pc:sldChg chg="delSp modSp add mod">
        <pc:chgData name="(s) Emma Shah" userId="f7cd7666-279f-41f8-ace7-a1fc94ecbca0" providerId="ADAL" clId="{E59682E5-FD5C-4551-B420-2FDF644DA252}" dt="2026-04-30T08:57:11.124" v="27802" actId="20577"/>
        <pc:sldMkLst>
          <pc:docMk/>
          <pc:sldMk cId="4172367128" sldId="361"/>
        </pc:sldMkLst>
        <pc:spChg chg="mod">
          <ac:chgData name="(s) Emma Shah" userId="f7cd7666-279f-41f8-ace7-a1fc94ecbca0" providerId="ADAL" clId="{E59682E5-FD5C-4551-B420-2FDF644DA252}" dt="2026-04-30T07:40:07.694" v="25743" actId="1076"/>
          <ac:spMkLst>
            <pc:docMk/>
            <pc:sldMk cId="4172367128" sldId="361"/>
            <ac:spMk id="6" creationId="{2616146F-5B34-9B91-2F36-8AA0B0111AF4}"/>
          </ac:spMkLst>
        </pc:spChg>
        <pc:spChg chg="mod">
          <ac:chgData name="(s) Emma Shah" userId="f7cd7666-279f-41f8-ace7-a1fc94ecbca0" providerId="ADAL" clId="{E59682E5-FD5C-4551-B420-2FDF644DA252}" dt="2026-04-30T08:57:11.124" v="27802" actId="20577"/>
          <ac:spMkLst>
            <pc:docMk/>
            <pc:sldMk cId="4172367128" sldId="361"/>
            <ac:spMk id="13" creationId="{34EFC57C-4DD3-2BC9-C12A-012B0D04FA70}"/>
          </ac:spMkLst>
        </pc:spChg>
        <pc:picChg chg="del">
          <ac:chgData name="(s) Emma Shah" userId="f7cd7666-279f-41f8-ace7-a1fc94ecbca0" providerId="ADAL" clId="{E59682E5-FD5C-4551-B420-2FDF644DA252}" dt="2026-04-30T07:39:36.887" v="25717" actId="478"/>
          <ac:picMkLst>
            <pc:docMk/>
            <pc:sldMk cId="4172367128" sldId="361"/>
            <ac:picMk id="3" creationId="{D2F9D76E-D58F-FC17-D5D5-78A64F2677B1}"/>
          </ac:picMkLst>
        </pc:picChg>
      </pc:sldChg>
      <pc:sldChg chg="addSp delSp modSp add mod">
        <pc:chgData name="(s) Emma Shah" userId="f7cd7666-279f-41f8-ace7-a1fc94ecbca0" providerId="ADAL" clId="{E59682E5-FD5C-4551-B420-2FDF644DA252}" dt="2026-04-30T09:01:07.869" v="28051" actId="20577"/>
        <pc:sldMkLst>
          <pc:docMk/>
          <pc:sldMk cId="2676054692" sldId="362"/>
        </pc:sldMkLst>
        <pc:spChg chg="mod">
          <ac:chgData name="(s) Emma Shah" userId="f7cd7666-279f-41f8-ace7-a1fc94ecbca0" providerId="ADAL" clId="{E59682E5-FD5C-4551-B420-2FDF644DA252}" dt="2026-04-30T07:53:11.863" v="26894" actId="20577"/>
          <ac:spMkLst>
            <pc:docMk/>
            <pc:sldMk cId="2676054692" sldId="362"/>
            <ac:spMk id="2" creationId="{664F6B12-300D-57AB-A817-102827155E29}"/>
          </ac:spMkLst>
        </pc:spChg>
        <pc:spChg chg="mod">
          <ac:chgData name="(s) Emma Shah" userId="f7cd7666-279f-41f8-ace7-a1fc94ecbca0" providerId="ADAL" clId="{E59682E5-FD5C-4551-B420-2FDF644DA252}" dt="2026-04-30T09:01:07.869" v="28051" actId="20577"/>
          <ac:spMkLst>
            <pc:docMk/>
            <pc:sldMk cId="2676054692" sldId="362"/>
            <ac:spMk id="10" creationId="{A19298C2-8170-C783-4D6A-4FDBC0B8CBD7}"/>
          </ac:spMkLst>
        </pc:spChg>
        <pc:picChg chg="del">
          <ac:chgData name="(s) Emma Shah" userId="f7cd7666-279f-41f8-ace7-a1fc94ecbca0" providerId="ADAL" clId="{E59682E5-FD5C-4551-B420-2FDF644DA252}" dt="2026-04-30T07:51:29.760" v="26798" actId="478"/>
          <ac:picMkLst>
            <pc:docMk/>
            <pc:sldMk cId="2676054692" sldId="362"/>
            <ac:picMk id="7171" creationId="{7925D896-25CF-D080-ACEC-4ECE0965A1C7}"/>
          </ac:picMkLst>
        </pc:picChg>
        <pc:picChg chg="add mod">
          <ac:chgData name="(s) Emma Shah" userId="f7cd7666-279f-41f8-ace7-a1fc94ecbca0" providerId="ADAL" clId="{E59682E5-FD5C-4551-B420-2FDF644DA252}" dt="2026-04-30T07:52:41.419" v="26892" actId="1076"/>
          <ac:picMkLst>
            <pc:docMk/>
            <pc:sldMk cId="2676054692" sldId="362"/>
            <ac:picMk id="8194" creationId="{151D4D07-6EEF-2822-361A-A11ED981F1B6}"/>
          </ac:picMkLst>
        </pc:picChg>
      </pc:sldChg>
      <pc:sldChg chg="addSp delSp modSp add mod">
        <pc:chgData name="(s) Emma Shah" userId="f7cd7666-279f-41f8-ace7-a1fc94ecbca0" providerId="ADAL" clId="{E59682E5-FD5C-4551-B420-2FDF644DA252}" dt="2026-04-30T08:58:42.084" v="27830" actId="20577"/>
        <pc:sldMkLst>
          <pc:docMk/>
          <pc:sldMk cId="449553881" sldId="363"/>
        </pc:sldMkLst>
        <pc:spChg chg="mod">
          <ac:chgData name="(s) Emma Shah" userId="f7cd7666-279f-41f8-ace7-a1fc94ecbca0" providerId="ADAL" clId="{E59682E5-FD5C-4551-B420-2FDF644DA252}" dt="2026-04-30T07:53:39.460" v="26921" actId="27636"/>
          <ac:spMkLst>
            <pc:docMk/>
            <pc:sldMk cId="449553881" sldId="363"/>
            <ac:spMk id="2" creationId="{C826BA6D-BBEE-BC54-38FE-65E7F0A57612}"/>
          </ac:spMkLst>
        </pc:spChg>
        <pc:spChg chg="add">
          <ac:chgData name="(s) Emma Shah" userId="f7cd7666-279f-41f8-ace7-a1fc94ecbca0" providerId="ADAL" clId="{E59682E5-FD5C-4551-B420-2FDF644DA252}" dt="2026-04-30T07:53:54.809" v="26922"/>
          <ac:spMkLst>
            <pc:docMk/>
            <pc:sldMk cId="449553881" sldId="363"/>
            <ac:spMk id="3" creationId="{E82FD449-F04F-F861-DCDD-929D13440932}"/>
          </ac:spMkLst>
        </pc:spChg>
        <pc:spChg chg="add mod">
          <ac:chgData name="(s) Emma Shah" userId="f7cd7666-279f-41f8-ace7-a1fc94ecbca0" providerId="ADAL" clId="{E59682E5-FD5C-4551-B420-2FDF644DA252}" dt="2026-04-30T07:53:59.835" v="26925"/>
          <ac:spMkLst>
            <pc:docMk/>
            <pc:sldMk cId="449553881" sldId="363"/>
            <ac:spMk id="4" creationId="{B92E6A28-CA9C-9865-4E84-EA1A0CB317F5}"/>
          </ac:spMkLst>
        </pc:spChg>
        <pc:spChg chg="add del mod">
          <ac:chgData name="(s) Emma Shah" userId="f7cd7666-279f-41f8-ace7-a1fc94ecbca0" providerId="ADAL" clId="{E59682E5-FD5C-4551-B420-2FDF644DA252}" dt="2026-04-30T08:58:42.084" v="27830" actId="20577"/>
          <ac:spMkLst>
            <pc:docMk/>
            <pc:sldMk cId="449553881" sldId="363"/>
            <ac:spMk id="10" creationId="{94A214A5-14E4-1E47-2319-38E0C594EA55}"/>
          </ac:spMkLst>
        </pc:spChg>
        <pc:picChg chg="del">
          <ac:chgData name="(s) Emma Shah" userId="f7cd7666-279f-41f8-ace7-a1fc94ecbca0" providerId="ADAL" clId="{E59682E5-FD5C-4551-B420-2FDF644DA252}" dt="2026-04-30T07:53:32.446" v="26896" actId="478"/>
          <ac:picMkLst>
            <pc:docMk/>
            <pc:sldMk cId="449553881" sldId="363"/>
            <ac:picMk id="8194" creationId="{A5F6F212-DE97-140D-A318-08B1691CC3FC}"/>
          </ac:picMkLst>
        </pc:picChg>
      </pc:sldChg>
      <pc:sldChg chg="addSp delSp modSp add mod">
        <pc:chgData name="(s) Emma Shah" userId="f7cd7666-279f-41f8-ace7-a1fc94ecbca0" providerId="ADAL" clId="{E59682E5-FD5C-4551-B420-2FDF644DA252}" dt="2026-04-30T08:05:00.124" v="27315" actId="1076"/>
        <pc:sldMkLst>
          <pc:docMk/>
          <pc:sldMk cId="723600256" sldId="364"/>
        </pc:sldMkLst>
        <pc:spChg chg="mod">
          <ac:chgData name="(s) Emma Shah" userId="f7cd7666-279f-41f8-ace7-a1fc94ecbca0" providerId="ADAL" clId="{E59682E5-FD5C-4551-B420-2FDF644DA252}" dt="2026-04-30T08:05:00.124" v="27315" actId="1076"/>
          <ac:spMkLst>
            <pc:docMk/>
            <pc:sldMk cId="723600256" sldId="364"/>
            <ac:spMk id="6" creationId="{5AFBC1A5-452F-E736-C05C-23A7FC7455FE}"/>
          </ac:spMkLst>
        </pc:spChg>
        <pc:spChg chg="del">
          <ac:chgData name="(s) Emma Shah" userId="f7cd7666-279f-41f8-ace7-a1fc94ecbca0" providerId="ADAL" clId="{E59682E5-FD5C-4551-B420-2FDF644DA252}" dt="2026-04-30T08:03:38.544" v="27245" actId="478"/>
          <ac:spMkLst>
            <pc:docMk/>
            <pc:sldMk cId="723600256" sldId="364"/>
            <ac:spMk id="13" creationId="{83C80457-30BA-2F2E-D2FE-1C51E2797E73}"/>
          </ac:spMkLst>
        </pc:spChg>
        <pc:graphicFrameChg chg="add mod modGraphic">
          <ac:chgData name="(s) Emma Shah" userId="f7cd7666-279f-41f8-ace7-a1fc94ecbca0" providerId="ADAL" clId="{E59682E5-FD5C-4551-B420-2FDF644DA252}" dt="2026-04-30T08:04:54.530" v="27314" actId="20577"/>
          <ac:graphicFrameMkLst>
            <pc:docMk/>
            <pc:sldMk cId="723600256" sldId="364"/>
            <ac:graphicFrameMk id="2" creationId="{B557B158-809B-DB36-5554-3105367131A8}"/>
          </ac:graphicFrameMkLst>
        </pc:graphicFrameChg>
      </pc:sldChg>
      <pc:sldChg chg="new del">
        <pc:chgData name="(s) Emma Shah" userId="f7cd7666-279f-41f8-ace7-a1fc94ecbca0" providerId="ADAL" clId="{E59682E5-FD5C-4551-B420-2FDF644DA252}" dt="2026-04-30T08:03:19.027" v="27220" actId="680"/>
        <pc:sldMkLst>
          <pc:docMk/>
          <pc:sldMk cId="2054877207" sldId="36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D7A934-0635-4E76-95FD-43993B1828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3A72F8-57B8-4FBF-B54E-88A861E91D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273EFC-B541-4D39-ACAE-B43588005231}" type="datetimeFigureOut">
              <a:rPr lang="en-US" smtClean="0"/>
              <a:t>4/30/2026</a:t>
            </a:fld>
            <a:endParaRPr lang="en-US"/>
          </a:p>
        </p:txBody>
      </p:sp>
      <p:sp>
        <p:nvSpPr>
          <p:cNvPr id="4" name="Footer Placeholder 3">
            <a:extLst>
              <a:ext uri="{FF2B5EF4-FFF2-40B4-BE49-F238E27FC236}">
                <a16:creationId xmlns:a16="http://schemas.microsoft.com/office/drawing/2014/main" id="{604A6038-4A3D-4CE4-A3B5-D6E9761212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286FF7-47DD-4A75-85A8-6445E3411E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8FC685-2169-447E-B5F0-6D799AEBC20E}" type="slidenum">
              <a:rPr lang="en-US" smtClean="0"/>
              <a:t>‹#›</a:t>
            </a:fld>
            <a:endParaRPr lang="en-US"/>
          </a:p>
        </p:txBody>
      </p:sp>
    </p:spTree>
    <p:extLst>
      <p:ext uri="{BB962C8B-B14F-4D97-AF65-F5344CB8AC3E}">
        <p14:creationId xmlns:p14="http://schemas.microsoft.com/office/powerpoint/2010/main" val="3557255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853E1-56A0-44E9-A74E-5E9F6164A239}"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26890-3464-4466-B789-5BB6DD4ADC9C}" type="slidenum">
              <a:rPr lang="en-US" smtClean="0"/>
              <a:t>‹#›</a:t>
            </a:fld>
            <a:endParaRPr lang="en-US"/>
          </a:p>
        </p:txBody>
      </p:sp>
    </p:spTree>
    <p:extLst>
      <p:ext uri="{BB962C8B-B14F-4D97-AF65-F5344CB8AC3E}">
        <p14:creationId xmlns:p14="http://schemas.microsoft.com/office/powerpoint/2010/main" val="312947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926890-3464-4466-B789-5BB6DD4ADC9C}" type="slidenum">
              <a:rPr lang="en-US" smtClean="0"/>
              <a:t>1</a:t>
            </a:fld>
            <a:endParaRPr lang="en-US"/>
          </a:p>
        </p:txBody>
      </p:sp>
    </p:spTree>
    <p:extLst>
      <p:ext uri="{BB962C8B-B14F-4D97-AF65-F5344CB8AC3E}">
        <p14:creationId xmlns:p14="http://schemas.microsoft.com/office/powerpoint/2010/main" val="3110754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682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212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1A09-FC75-CA03-B033-0285ED7BD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824C2-94CF-68D2-7DD4-58D5133B8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4CB72-35EA-579D-FFC5-5475166CAF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2252BF-8EF4-5543-E689-9519B26054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037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989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87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7474F-C37D-26C8-C3E6-39681891E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8AB5F-F949-1780-DDD7-314F73263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9F886-89B4-7050-7409-456B309FE1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8B2DCD-B708-5BC0-4750-70E53C27A8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4862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D14B1-D56D-DA35-231F-0AAC2F4C8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8DEED-E912-2454-7099-8B6A5082E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C8227-38A6-0BD5-ED31-17C5F3385A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C3E6C7-C564-E8D6-56E9-778FB1EE9F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9022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D382-34D2-805B-A4A9-5DA7D5B37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F7259-0423-676F-BF88-AD43EAD34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1F541-9993-244D-DDA5-9373A4AEFD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62C1AE-B5E5-C142-3B84-18415FB1F6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4628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52329-765F-86DE-C274-3526256D8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30435-7759-FD0D-8759-4682448BE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5A8B1-FD8E-E3FF-0FDF-77CBF4FA55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E13152-0449-46C4-832C-1D5CFDA0B5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640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7518F-D80F-D9B0-6D73-CC2947547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B6A42-6D07-9168-89F2-6CF49C3DA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3A3AD-2A63-08D5-D31A-DECA7D6033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39C616-B931-D586-F052-BD0EACFFFE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3678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878AD-0F9E-1382-8F90-5DB4774EE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DF319-2994-DFED-107E-8063659DE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BC8CB-8660-A9B7-02A8-871A4F2C5E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737A70-7EE1-6A0B-4411-95EFF5345A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8610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9C4C-0C55-015A-E334-DBE6B93F3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57C17-8513-6D15-9226-7858933E6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312DE-D3E2-B2A7-53F7-C0E7DC151F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2F016F-590C-A535-8077-9F1D9B1FC7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5150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B415-ACC8-B71B-BD7B-B2B8AD00B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409F7-67D7-D8CF-C3FD-22527F572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84C0C-EEF4-6364-6A1A-814B24204E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F74E69-8C98-AE02-FFC6-3088A5BC66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7246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AA376-2B74-66BA-7B4C-33976A5DE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28860-896D-CA29-126D-82749EEDB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9BA18-0412-DD81-6706-CB38C562DD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046C51-7329-26AB-D076-7A7B8F9207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9408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4F52-33BD-4068-1D1B-12A2686A4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DBD26-D2FF-CD1E-CBFD-2D60EE291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6DD76-093C-FA88-D353-0EEAFFE208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A9CF83-A982-08B5-6ACC-B3683C5F8C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497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E45BC-CE5F-7317-67A5-08E5C7F3C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2B1CB-B092-67B8-6027-2A8394B92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68ECE-5972-6FCB-0496-2CFF3FADF0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6B13A-EAAD-7F8A-118B-3FF6CAD42B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1124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132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232146ED-1740-4E0E-8996-4B5179214354}"/>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5" name="Freeform: Shape 74">
            <a:extLst>
              <a:ext uri="{FF2B5EF4-FFF2-40B4-BE49-F238E27FC236}">
                <a16:creationId xmlns:a16="http://schemas.microsoft.com/office/drawing/2014/main" id="{5C431250-2534-41F8-915B-18FCC65650FB}"/>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nvGrpSpPr>
          <p:cNvPr id="76" name="Group 75">
            <a:extLst>
              <a:ext uri="{FF2B5EF4-FFF2-40B4-BE49-F238E27FC236}">
                <a16:creationId xmlns:a16="http://schemas.microsoft.com/office/drawing/2014/main" id="{73D7C106-260D-4F16-93A6-3C076C9E6C68}"/>
              </a:ext>
              <a:ext uri="{C183D7F6-B498-43B3-948B-1728B52AA6E4}">
                <adec:decorative xmlns:adec="http://schemas.microsoft.com/office/drawing/2017/decorative" val="1"/>
              </a:ext>
            </a:extLst>
          </p:cNvPr>
          <p:cNvGrpSpPr/>
          <p:nvPr userDrawn="1"/>
        </p:nvGrpSpPr>
        <p:grpSpPr>
          <a:xfrm>
            <a:off x="1481312" y="743744"/>
            <a:ext cx="4860256" cy="4589316"/>
            <a:chOff x="1481312" y="743744"/>
            <a:chExt cx="4860256" cy="4589316"/>
          </a:xfrm>
        </p:grpSpPr>
        <p:sp>
          <p:nvSpPr>
            <p:cNvPr id="77" name="Rectangle 76" descr="Tag=AccentColor&#10;Flavor=Light&#10;Target=Fill">
              <a:extLst>
                <a:ext uri="{FF2B5EF4-FFF2-40B4-BE49-F238E27FC236}">
                  <a16:creationId xmlns:a16="http://schemas.microsoft.com/office/drawing/2014/main" id="{CE90353B-4B0C-4677-A170-00AD60175039}"/>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8" name="Rectangle 77" descr="Tag=AccentColor&#10;Flavor=Light&#10;Target=Fill">
              <a:extLst>
                <a:ext uri="{FF2B5EF4-FFF2-40B4-BE49-F238E27FC236}">
                  <a16:creationId xmlns:a16="http://schemas.microsoft.com/office/drawing/2014/main" id="{4C70E8BC-9282-41C2-B22A-745DB1C827CF}"/>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79" name="Rectangle 78">
            <a:extLst>
              <a:ext uri="{FF2B5EF4-FFF2-40B4-BE49-F238E27FC236}">
                <a16:creationId xmlns:a16="http://schemas.microsoft.com/office/drawing/2014/main" id="{BB51E472-8334-4DEB-9D39-8E4FFA92E21E}"/>
              </a:ext>
              <a:ext uri="{C183D7F6-B498-43B3-948B-1728B52AA6E4}">
                <adec:decorative xmlns:adec="http://schemas.microsoft.com/office/drawing/2017/decorative" val="1"/>
              </a:ext>
            </a:extLst>
          </p:cNvPr>
          <p:cNvSpPr/>
          <p:nvPr userDrawn="1"/>
        </p:nvSpPr>
        <p:spPr>
          <a:xfrm>
            <a:off x="1379729" y="648365"/>
            <a:ext cx="4860256" cy="458931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itle 1">
            <a:extLst>
              <a:ext uri="{FF2B5EF4-FFF2-40B4-BE49-F238E27FC236}">
                <a16:creationId xmlns:a16="http://schemas.microsoft.com/office/drawing/2014/main" id="{CC645776-A980-4F78-8E9D-4EA5572A59C6}"/>
              </a:ext>
            </a:extLst>
          </p:cNvPr>
          <p:cNvSpPr>
            <a:spLocks noGrp="1"/>
          </p:cNvSpPr>
          <p:nvPr>
            <p:ph type="ctrTitle" hasCustomPrompt="1"/>
          </p:nvPr>
        </p:nvSpPr>
        <p:spPr>
          <a:xfrm>
            <a:off x="1521269" y="799275"/>
            <a:ext cx="4579668" cy="3028072"/>
          </a:xfrm>
        </p:spPr>
        <p:txBody>
          <a:bodyPr/>
          <a:lstStyle>
            <a:lvl1pPr algn="ctr">
              <a:defRPr sz="6000" b="1" spc="1500" baseline="0"/>
            </a:lvl1pPr>
          </a:lstStyle>
          <a:p>
            <a:r>
              <a:rPr lang="en-US"/>
              <a:t>CLICK TO ADD TITLE</a:t>
            </a:r>
          </a:p>
        </p:txBody>
      </p:sp>
      <p:sp>
        <p:nvSpPr>
          <p:cNvPr id="81" name="Subtitle 2">
            <a:extLst>
              <a:ext uri="{FF2B5EF4-FFF2-40B4-BE49-F238E27FC236}">
                <a16:creationId xmlns:a16="http://schemas.microsoft.com/office/drawing/2014/main" id="{4F03E6E3-0D95-48FF-BBCC-EA589CD1285B}"/>
              </a:ext>
            </a:extLst>
          </p:cNvPr>
          <p:cNvSpPr>
            <a:spLocks noGrp="1"/>
          </p:cNvSpPr>
          <p:nvPr>
            <p:ph type="subTitle" idx="1" hasCustomPrompt="1"/>
          </p:nvPr>
        </p:nvSpPr>
        <p:spPr>
          <a:xfrm>
            <a:off x="1521269" y="3919422"/>
            <a:ext cx="4579668" cy="1166797"/>
          </a:xfrm>
        </p:spPr>
        <p:txBody>
          <a:bodyPr/>
          <a:lstStyle>
            <a:lvl1pPr algn="ctr">
              <a:buNone/>
              <a:defRPr sz="2400" spc="400" baseline="0"/>
            </a:lvl1pPr>
          </a:lstStyle>
          <a:p>
            <a:r>
              <a:rPr lang="en-US"/>
              <a:t>CLICK TO ADD SUBTITLE</a:t>
            </a:r>
          </a:p>
        </p:txBody>
      </p:sp>
      <p:sp>
        <p:nvSpPr>
          <p:cNvPr id="82" name="Oval 81">
            <a:extLst>
              <a:ext uri="{FF2B5EF4-FFF2-40B4-BE49-F238E27FC236}">
                <a16:creationId xmlns:a16="http://schemas.microsoft.com/office/drawing/2014/main" id="{10275C51-172D-4FE9-A45A-D3DAD166B854}"/>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3" name="Freeform: Shape 82">
            <a:extLst>
              <a:ext uri="{FF2B5EF4-FFF2-40B4-BE49-F238E27FC236}">
                <a16:creationId xmlns:a16="http://schemas.microsoft.com/office/drawing/2014/main" id="{DB95E389-C1AA-4243-931C-270FE4BB06C6}"/>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4" name="Freeform: Shape 83">
            <a:extLst>
              <a:ext uri="{FF2B5EF4-FFF2-40B4-BE49-F238E27FC236}">
                <a16:creationId xmlns:a16="http://schemas.microsoft.com/office/drawing/2014/main" id="{310E7790-D96D-4055-AA95-63C286EC7D57}"/>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86" name="Graphic 185">
            <a:extLst>
              <a:ext uri="{FF2B5EF4-FFF2-40B4-BE49-F238E27FC236}">
                <a16:creationId xmlns:a16="http://schemas.microsoft.com/office/drawing/2014/main" id="{4E460B18-E051-4152-85D3-76A93C7EA455}"/>
              </a:ext>
              <a:ext uri="{C183D7F6-B498-43B3-948B-1728B52AA6E4}">
                <adec:decorative xmlns:adec="http://schemas.microsoft.com/office/drawing/2017/decorative" val="1"/>
              </a:ext>
            </a:extLst>
          </p:cNvPr>
          <p:cNvGrpSpPr/>
          <p:nvPr userDrawn="1"/>
        </p:nvGrpSpPr>
        <p:grpSpPr>
          <a:xfrm>
            <a:off x="9805475" y="1581418"/>
            <a:ext cx="843746" cy="375828"/>
            <a:chOff x="9841624" y="4115729"/>
            <a:chExt cx="602170" cy="268223"/>
          </a:xfrm>
          <a:solidFill>
            <a:schemeClr val="tx1"/>
          </a:solidFill>
        </p:grpSpPr>
        <p:sp>
          <p:nvSpPr>
            <p:cNvPr id="87" name="Freeform: Shape 86">
              <a:extLst>
                <a:ext uri="{FF2B5EF4-FFF2-40B4-BE49-F238E27FC236}">
                  <a16:creationId xmlns:a16="http://schemas.microsoft.com/office/drawing/2014/main" id="{94B28A43-F583-4902-9997-46A4D316FB8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8" name="Freeform: Shape 87">
              <a:extLst>
                <a:ext uri="{FF2B5EF4-FFF2-40B4-BE49-F238E27FC236}">
                  <a16:creationId xmlns:a16="http://schemas.microsoft.com/office/drawing/2014/main" id="{8BCE79F2-2624-4906-9841-566BD8DDA4AD}"/>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9" name="Freeform: Shape 88">
              <a:extLst>
                <a:ext uri="{FF2B5EF4-FFF2-40B4-BE49-F238E27FC236}">
                  <a16:creationId xmlns:a16="http://schemas.microsoft.com/office/drawing/2014/main" id="{4AF102FA-9C0A-4844-A187-23CECD95C4AF}"/>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0" name="Freeform: Shape 89">
              <a:extLst>
                <a:ext uri="{FF2B5EF4-FFF2-40B4-BE49-F238E27FC236}">
                  <a16:creationId xmlns:a16="http://schemas.microsoft.com/office/drawing/2014/main" id="{BC9F252A-1680-4777-BF7D-67B153676A1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1" name="Freeform: Shape 90">
              <a:extLst>
                <a:ext uri="{FF2B5EF4-FFF2-40B4-BE49-F238E27FC236}">
                  <a16:creationId xmlns:a16="http://schemas.microsoft.com/office/drawing/2014/main" id="{6D161B24-FE00-4550-AB2C-02C42C60B82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sp>
        <p:nvSpPr>
          <p:cNvPr id="92" name="Oval 91">
            <a:extLst>
              <a:ext uri="{FF2B5EF4-FFF2-40B4-BE49-F238E27FC236}">
                <a16:creationId xmlns:a16="http://schemas.microsoft.com/office/drawing/2014/main" id="{DAD8B4A3-DD6F-428E-9D74-E63865CE7D0A}"/>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6" name="Picture Placeholder 2">
            <a:extLst>
              <a:ext uri="{FF2B5EF4-FFF2-40B4-BE49-F238E27FC236}">
                <a16:creationId xmlns:a16="http://schemas.microsoft.com/office/drawing/2014/main" id="{99E7F282-7DB7-4431-A6A3-9E912E06F812}"/>
              </a:ext>
            </a:extLst>
          </p:cNvPr>
          <p:cNvSpPr>
            <a:spLocks noGrp="1"/>
          </p:cNvSpPr>
          <p:nvPr>
            <p:ph type="pic" sz="quarter" idx="13" hasCustomPrompt="1"/>
          </p:nvPr>
        </p:nvSpPr>
        <p:spPr>
          <a:xfrm>
            <a:off x="7068418" y="1957246"/>
            <a:ext cx="4207947" cy="4207948"/>
          </a:xfrm>
        </p:spPr>
        <p:txBody>
          <a:bodyPr/>
          <a:lstStyle>
            <a:lvl1pPr algn="ctr">
              <a:buNone/>
              <a:defRPr/>
            </a:lvl1pPr>
          </a:lstStyle>
          <a:p>
            <a:r>
              <a:rPr lang="en-US"/>
              <a:t>Click to add photo</a:t>
            </a:r>
          </a:p>
        </p:txBody>
      </p:sp>
    </p:spTree>
    <p:extLst>
      <p:ext uri="{BB962C8B-B14F-4D97-AF65-F5344CB8AC3E}">
        <p14:creationId xmlns:p14="http://schemas.microsoft.com/office/powerpoint/2010/main" val="54010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60" name="Title 1">
            <a:extLst>
              <a:ext uri="{FF2B5EF4-FFF2-40B4-BE49-F238E27FC236}">
                <a16:creationId xmlns:a16="http://schemas.microsoft.com/office/drawing/2014/main" id="{BF92C786-F148-4356-BCC8-D4DB6DC80390}"/>
              </a:ext>
            </a:extLst>
          </p:cNvPr>
          <p:cNvSpPr>
            <a:spLocks noGrp="1"/>
          </p:cNvSpPr>
          <p:nvPr>
            <p:ph type="title"/>
          </p:nvPr>
        </p:nvSpPr>
        <p:spPr>
          <a:xfrm>
            <a:off x="5956784" y="396117"/>
            <a:ext cx="5217172" cy="1158857"/>
          </a:xfrm>
        </p:spPr>
        <p:txBody>
          <a:bodyPr anchor="b">
            <a:normAutofit/>
          </a:bodyPr>
          <a:lstStyle/>
          <a:p>
            <a:endParaRPr lang="en-US"/>
          </a:p>
        </p:txBody>
      </p:sp>
      <p:sp>
        <p:nvSpPr>
          <p:cNvPr id="45" name="Picture Placeholder 2">
            <a:extLst>
              <a:ext uri="{FF2B5EF4-FFF2-40B4-BE49-F238E27FC236}">
                <a16:creationId xmlns:a16="http://schemas.microsoft.com/office/drawing/2014/main" id="{CC8A9357-2526-4109-8861-DCB89A78CA7F}"/>
              </a:ext>
            </a:extLst>
          </p:cNvPr>
          <p:cNvSpPr>
            <a:spLocks noGrp="1"/>
          </p:cNvSpPr>
          <p:nvPr>
            <p:ph type="pic" sz="quarter" idx="13" hasCustomPrompt="1"/>
          </p:nvPr>
        </p:nvSpPr>
        <p:spPr>
          <a:xfrm>
            <a:off x="1526293" y="1554582"/>
            <a:ext cx="3555043" cy="3217333"/>
          </a:xfrm>
        </p:spPr>
        <p:txBody>
          <a:bodyPr/>
          <a:lstStyle>
            <a:lvl1pPr>
              <a:buFontTx/>
              <a:buNone/>
              <a:defRPr/>
            </a:lvl1pPr>
          </a:lstStyle>
          <a:p>
            <a:r>
              <a:rPr lang="en-US"/>
              <a:t>Click to add photo</a:t>
            </a:r>
          </a:p>
        </p:txBody>
      </p:sp>
      <p:sp>
        <p:nvSpPr>
          <p:cNvPr id="298" name="Content Placeholder 2">
            <a:extLst>
              <a:ext uri="{FF2B5EF4-FFF2-40B4-BE49-F238E27FC236}">
                <a16:creationId xmlns:a16="http://schemas.microsoft.com/office/drawing/2014/main" id="{F0A93A7F-1937-4643-B9E7-342A8CB87BBB}"/>
              </a:ext>
            </a:extLst>
          </p:cNvPr>
          <p:cNvSpPr>
            <a:spLocks noGrp="1"/>
          </p:cNvSpPr>
          <p:nvPr>
            <p:ph idx="1" hasCustomPrompt="1"/>
          </p:nvPr>
        </p:nvSpPr>
        <p:spPr>
          <a:xfrm>
            <a:off x="5956783" y="1747592"/>
            <a:ext cx="5217173" cy="4351338"/>
          </a:xfrm>
        </p:spPr>
        <p:txBody>
          <a:bodyPr>
            <a:normAutofit/>
          </a:bodyPr>
          <a:lstStyle>
            <a:lvl1pPr>
              <a:buFontTx/>
              <a:buNone/>
              <a:defRPr sz="2400"/>
            </a:lvl1pPr>
          </a:lstStyle>
          <a:p>
            <a:pPr>
              <a:lnSpc>
                <a:spcPct val="130000"/>
              </a:lnSpc>
            </a:pPr>
            <a:r>
              <a:rPr lang="en-US"/>
              <a:t>Click to add text</a:t>
            </a:r>
          </a:p>
        </p:txBody>
      </p:sp>
      <p:grpSp>
        <p:nvGrpSpPr>
          <p:cNvPr id="3" name="Group 2">
            <a:extLst>
              <a:ext uri="{FF2B5EF4-FFF2-40B4-BE49-F238E27FC236}">
                <a16:creationId xmlns:a16="http://schemas.microsoft.com/office/drawing/2014/main" id="{B5082B2A-0AFE-456C-9506-A5DAF807FFE7}"/>
              </a:ext>
              <a:ext uri="{C183D7F6-B498-43B3-948B-1728B52AA6E4}">
                <adec:decorative xmlns:adec="http://schemas.microsoft.com/office/drawing/2017/decorative" val="1"/>
              </a:ext>
            </a:extLst>
          </p:cNvPr>
          <p:cNvGrpSpPr/>
          <p:nvPr userDrawn="1"/>
        </p:nvGrpSpPr>
        <p:grpSpPr>
          <a:xfrm>
            <a:off x="739959" y="3491269"/>
            <a:ext cx="365021" cy="365021"/>
            <a:chOff x="739959" y="3491269"/>
            <a:chExt cx="365021" cy="365021"/>
          </a:xfrm>
        </p:grpSpPr>
        <p:sp>
          <p:nvSpPr>
            <p:cNvPr id="267" name="Oval 266">
              <a:extLst>
                <a:ext uri="{FF2B5EF4-FFF2-40B4-BE49-F238E27FC236}">
                  <a16:creationId xmlns:a16="http://schemas.microsoft.com/office/drawing/2014/main" id="{1D723022-AE16-42E7-AB92-B0D8FA9619B6}"/>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8" name="Oval 267">
              <a:extLst>
                <a:ext uri="{FF2B5EF4-FFF2-40B4-BE49-F238E27FC236}">
                  <a16:creationId xmlns:a16="http://schemas.microsoft.com/office/drawing/2014/main" id="{01A660D0-3253-401B-9F04-DD8E71CC7A7F}"/>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2" name="Group 1">
            <a:extLst>
              <a:ext uri="{FF2B5EF4-FFF2-40B4-BE49-F238E27FC236}">
                <a16:creationId xmlns:a16="http://schemas.microsoft.com/office/drawing/2014/main" id="{7D1E36DE-F754-4C67-AEDB-7A4CD5259E08}"/>
              </a:ext>
              <a:ext uri="{C183D7F6-B498-43B3-948B-1728B52AA6E4}">
                <adec:decorative xmlns:adec="http://schemas.microsoft.com/office/drawing/2017/decorative" val="1"/>
              </a:ext>
            </a:extLst>
          </p:cNvPr>
          <p:cNvGrpSpPr/>
          <p:nvPr userDrawn="1"/>
        </p:nvGrpSpPr>
        <p:grpSpPr>
          <a:xfrm>
            <a:off x="496583" y="550047"/>
            <a:ext cx="1910252" cy="709661"/>
            <a:chOff x="496583" y="795582"/>
            <a:chExt cx="1910252" cy="709661"/>
          </a:xfrm>
        </p:grpSpPr>
        <p:grpSp>
          <p:nvGrpSpPr>
            <p:cNvPr id="261" name="Graphic 38">
              <a:extLst>
                <a:ext uri="{FF2B5EF4-FFF2-40B4-BE49-F238E27FC236}">
                  <a16:creationId xmlns:a16="http://schemas.microsoft.com/office/drawing/2014/main" id="{A4AD9011-9DCC-4A0F-BA80-27E6D3D5C046}"/>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solidFill>
          </p:grpSpPr>
          <p:sp>
            <p:nvSpPr>
              <p:cNvPr id="262" name="Freeform: Shape 261">
                <a:extLst>
                  <a:ext uri="{FF2B5EF4-FFF2-40B4-BE49-F238E27FC236}">
                    <a16:creationId xmlns:a16="http://schemas.microsoft.com/office/drawing/2014/main" id="{A0221D30-DD4B-4E09-850A-CBBAAA4A051C}"/>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3FDF1E24-BE7D-49F6-A5A0-29D2796918E4}"/>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64" name="Graphic 38">
              <a:extLst>
                <a:ext uri="{FF2B5EF4-FFF2-40B4-BE49-F238E27FC236}">
                  <a16:creationId xmlns:a16="http://schemas.microsoft.com/office/drawing/2014/main" id="{BBB1AE73-7E55-49A4-8496-2B21B9BAB179}"/>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alpha val="60000"/>
              </a:schemeClr>
            </a:solidFill>
          </p:grpSpPr>
          <p:sp>
            <p:nvSpPr>
              <p:cNvPr id="265" name="Freeform: Shape 264">
                <a:extLst>
                  <a:ext uri="{FF2B5EF4-FFF2-40B4-BE49-F238E27FC236}">
                    <a16:creationId xmlns:a16="http://schemas.microsoft.com/office/drawing/2014/main" id="{D8406302-2A06-4B65-834B-079262BAD676}"/>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8756BB86-0FFE-405F-8023-37552370FB06}"/>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sp>
        <p:nvSpPr>
          <p:cNvPr id="299" name="Date Placeholder 178">
            <a:extLst>
              <a:ext uri="{FF2B5EF4-FFF2-40B4-BE49-F238E27FC236}">
                <a16:creationId xmlns:a16="http://schemas.microsoft.com/office/drawing/2014/main" id="{82E560EB-BE56-4EED-AE06-F6BBC6A77F06}"/>
              </a:ext>
            </a:extLst>
          </p:cNvPr>
          <p:cNvSpPr>
            <a:spLocks noGrp="1"/>
          </p:cNvSpPr>
          <p:nvPr>
            <p:ph type="dt" sz="half" idx="10"/>
          </p:nvPr>
        </p:nvSpPr>
        <p:spPr>
          <a:xfrm>
            <a:off x="838200" y="6356350"/>
            <a:ext cx="2743200" cy="365125"/>
          </a:xfrm>
        </p:spPr>
        <p:txBody>
          <a:bodyPr/>
          <a:lstStyle/>
          <a:p>
            <a:fld id="{28DA586B-149A-4731-B894-F439E6635A2E}" type="datetime1">
              <a:rPr lang="en-US" smtClean="0"/>
              <a:t>4/30/2026</a:t>
            </a:fld>
            <a:endParaRPr lang="en-US"/>
          </a:p>
        </p:txBody>
      </p:sp>
      <p:sp>
        <p:nvSpPr>
          <p:cNvPr id="300" name="Footer Placeholder 179">
            <a:extLst>
              <a:ext uri="{FF2B5EF4-FFF2-40B4-BE49-F238E27FC236}">
                <a16:creationId xmlns:a16="http://schemas.microsoft.com/office/drawing/2014/main" id="{B8F63808-3D77-44F6-BA39-EBAA7F3A644A}"/>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301" name="Slide Number Placeholder 180">
            <a:extLst>
              <a:ext uri="{FF2B5EF4-FFF2-40B4-BE49-F238E27FC236}">
                <a16:creationId xmlns:a16="http://schemas.microsoft.com/office/drawing/2014/main" id="{48A1F651-8B76-426E-B2A3-79B5E58870B3}"/>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a:p>
        </p:txBody>
      </p:sp>
    </p:spTree>
    <p:extLst>
      <p:ext uri="{BB962C8B-B14F-4D97-AF65-F5344CB8AC3E}">
        <p14:creationId xmlns:p14="http://schemas.microsoft.com/office/powerpoint/2010/main" val="403348804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F21EE69-A1CB-4D3C-A300-F309A781E65B}"/>
              </a:ext>
            </a:extLst>
          </p:cNvPr>
          <p:cNvSpPr>
            <a:spLocks noGrp="1"/>
          </p:cNvSpPr>
          <p:nvPr>
            <p:ph type="title"/>
          </p:nvPr>
        </p:nvSpPr>
        <p:spPr>
          <a:xfrm>
            <a:off x="938907" y="282800"/>
            <a:ext cx="5217172" cy="1288673"/>
          </a:xfrm>
        </p:spPr>
        <p:txBody>
          <a:bodyPr anchor="b">
            <a:normAutofit/>
          </a:bodyPr>
          <a:lstStyle/>
          <a:p>
            <a:endParaRPr lang="en-US"/>
          </a:p>
        </p:txBody>
      </p:sp>
      <p:sp>
        <p:nvSpPr>
          <p:cNvPr id="18" name="Content Placeholder 2">
            <a:extLst>
              <a:ext uri="{FF2B5EF4-FFF2-40B4-BE49-F238E27FC236}">
                <a16:creationId xmlns:a16="http://schemas.microsoft.com/office/drawing/2014/main" id="{04201678-5DBC-491F-AA38-F3DF166C36BE}"/>
              </a:ext>
            </a:extLst>
          </p:cNvPr>
          <p:cNvSpPr>
            <a:spLocks noGrp="1"/>
          </p:cNvSpPr>
          <p:nvPr>
            <p:ph idx="1" hasCustomPrompt="1"/>
          </p:nvPr>
        </p:nvSpPr>
        <p:spPr>
          <a:xfrm>
            <a:off x="938906" y="1715151"/>
            <a:ext cx="5217173" cy="4351338"/>
          </a:xfrm>
        </p:spPr>
        <p:txBody>
          <a:bodyPr>
            <a:normAutofit/>
          </a:bodyPr>
          <a:lstStyle>
            <a:lvl1pPr marL="0" indent="0">
              <a:lnSpc>
                <a:spcPct val="100000"/>
              </a:lnSpc>
              <a:buFontTx/>
              <a:buNone/>
              <a:defRPr sz="1800"/>
            </a:lvl1pPr>
          </a:lstStyle>
          <a:p>
            <a:pPr>
              <a:lnSpc>
                <a:spcPct val="130000"/>
              </a:lnSpc>
            </a:pPr>
            <a:r>
              <a:rPr lang="en-US"/>
              <a:t>Click to add text</a:t>
            </a:r>
          </a:p>
        </p:txBody>
      </p:sp>
      <p:sp>
        <p:nvSpPr>
          <p:cNvPr id="368" name="Picture Placeholder 370">
            <a:extLst>
              <a:ext uri="{FF2B5EF4-FFF2-40B4-BE49-F238E27FC236}">
                <a16:creationId xmlns:a16="http://schemas.microsoft.com/office/drawing/2014/main" id="{669561A4-DF87-4818-9B88-D1EF83F03B98}"/>
              </a:ext>
            </a:extLst>
          </p:cNvPr>
          <p:cNvSpPr>
            <a:spLocks noGrp="1"/>
          </p:cNvSpPr>
          <p:nvPr>
            <p:ph type="pic" sz="quarter" idx="13" hasCustomPrompt="1"/>
          </p:nvPr>
        </p:nvSpPr>
        <p:spPr>
          <a:xfrm>
            <a:off x="7235389" y="322503"/>
            <a:ext cx="4114800" cy="2931037"/>
          </a:xfrm>
        </p:spPr>
        <p:txBody>
          <a:bodyPr/>
          <a:lstStyle>
            <a:lvl1pPr>
              <a:buFontTx/>
              <a:buNone/>
              <a:defRPr/>
            </a:lvl1pPr>
          </a:lstStyle>
          <a:p>
            <a:r>
              <a:rPr lang="en-US"/>
              <a:t>Click to add photo</a:t>
            </a:r>
          </a:p>
        </p:txBody>
      </p:sp>
      <p:sp>
        <p:nvSpPr>
          <p:cNvPr id="369" name="Picture Placeholder 372">
            <a:extLst>
              <a:ext uri="{FF2B5EF4-FFF2-40B4-BE49-F238E27FC236}">
                <a16:creationId xmlns:a16="http://schemas.microsoft.com/office/drawing/2014/main" id="{FFEE5DD2-649D-41DC-9898-8730D76FDB98}"/>
              </a:ext>
            </a:extLst>
          </p:cNvPr>
          <p:cNvSpPr>
            <a:spLocks noGrp="1"/>
          </p:cNvSpPr>
          <p:nvPr>
            <p:ph type="pic" sz="quarter" idx="14" hasCustomPrompt="1"/>
          </p:nvPr>
        </p:nvSpPr>
        <p:spPr>
          <a:xfrm>
            <a:off x="7235389" y="3370011"/>
            <a:ext cx="4114799" cy="2931036"/>
          </a:xfrm>
        </p:spPr>
        <p:txBody>
          <a:bodyPr/>
          <a:lstStyle>
            <a:lvl1pPr>
              <a:buFontTx/>
              <a:buNone/>
              <a:defRPr/>
            </a:lvl1pPr>
          </a:lstStyle>
          <a:p>
            <a:r>
              <a:rPr lang="en-US"/>
              <a:t>Click to add photo</a:t>
            </a:r>
          </a:p>
        </p:txBody>
      </p:sp>
      <p:sp>
        <p:nvSpPr>
          <p:cNvPr id="385" name="Date Placeholder 384">
            <a:extLst>
              <a:ext uri="{FF2B5EF4-FFF2-40B4-BE49-F238E27FC236}">
                <a16:creationId xmlns:a16="http://schemas.microsoft.com/office/drawing/2014/main" id="{7B72116B-F388-4C73-BC4A-D8292B5DA7E2}"/>
              </a:ext>
            </a:extLst>
          </p:cNvPr>
          <p:cNvSpPr>
            <a:spLocks noGrp="1"/>
          </p:cNvSpPr>
          <p:nvPr>
            <p:ph type="dt" sz="half" idx="15"/>
          </p:nvPr>
        </p:nvSpPr>
        <p:spPr/>
        <p:txBody>
          <a:bodyPr/>
          <a:lstStyle/>
          <a:p>
            <a:fld id="{34DC9094-7AE2-4A0C-ADA1-0B6CF537F5E3}" type="datetime1">
              <a:rPr lang="en-US" smtClean="0"/>
              <a:t>4/30/2026</a:t>
            </a:fld>
            <a:endParaRPr lang="en-US"/>
          </a:p>
        </p:txBody>
      </p:sp>
      <p:sp>
        <p:nvSpPr>
          <p:cNvPr id="386" name="Footer Placeholder 385">
            <a:extLst>
              <a:ext uri="{FF2B5EF4-FFF2-40B4-BE49-F238E27FC236}">
                <a16:creationId xmlns:a16="http://schemas.microsoft.com/office/drawing/2014/main" id="{C072D4A9-194F-4843-B39B-6C34A5D2F221}"/>
              </a:ext>
            </a:extLst>
          </p:cNvPr>
          <p:cNvSpPr>
            <a:spLocks noGrp="1"/>
          </p:cNvSpPr>
          <p:nvPr>
            <p:ph type="ftr" sz="quarter" idx="16"/>
          </p:nvPr>
        </p:nvSpPr>
        <p:spPr/>
        <p:txBody>
          <a:bodyPr/>
          <a:lstStyle/>
          <a:p>
            <a:r>
              <a:rPr lang="en-US"/>
              <a:t>PRESENTATION TITLE</a:t>
            </a:r>
          </a:p>
        </p:txBody>
      </p:sp>
      <p:sp>
        <p:nvSpPr>
          <p:cNvPr id="387" name="Slide Number Placeholder 386">
            <a:extLst>
              <a:ext uri="{FF2B5EF4-FFF2-40B4-BE49-F238E27FC236}">
                <a16:creationId xmlns:a16="http://schemas.microsoft.com/office/drawing/2014/main" id="{7827E1CE-788E-4245-B60E-D39AFA591483}"/>
              </a:ext>
            </a:extLst>
          </p:cNvPr>
          <p:cNvSpPr>
            <a:spLocks noGrp="1"/>
          </p:cNvSpPr>
          <p:nvPr>
            <p:ph type="sldNum" sz="quarter" idx="17"/>
          </p:nvPr>
        </p:nvSpPr>
        <p:spPr/>
        <p:txBody>
          <a:bodyPr/>
          <a:lstStyle/>
          <a:p>
            <a:fld id="{5EA792F7-1D9E-4C7E-A103-E8EDFDC2691E}" type="slidenum">
              <a:rPr lang="en-US" smtClean="0"/>
              <a:t>‹#›</a:t>
            </a:fld>
            <a:endParaRPr lang="en-US"/>
          </a:p>
        </p:txBody>
      </p:sp>
      <p:grpSp>
        <p:nvGrpSpPr>
          <p:cNvPr id="9" name="Graphic 190">
            <a:extLst>
              <a:ext uri="{FF2B5EF4-FFF2-40B4-BE49-F238E27FC236}">
                <a16:creationId xmlns:a16="http://schemas.microsoft.com/office/drawing/2014/main" id="{06F4FBF1-A331-46A0-BDC5-7CEDEA62EE39}"/>
              </a:ext>
              <a:ext uri="{C183D7F6-B498-43B3-948B-1728B52AA6E4}">
                <adec:decorative xmlns:adec="http://schemas.microsoft.com/office/drawing/2017/decorative" val="1"/>
              </a:ext>
            </a:extLst>
          </p:cNvPr>
          <p:cNvGrpSpPr/>
          <p:nvPr userDrawn="1"/>
        </p:nvGrpSpPr>
        <p:grpSpPr>
          <a:xfrm>
            <a:off x="5756620" y="736826"/>
            <a:ext cx="1598829" cy="531293"/>
            <a:chOff x="2504802" y="1755501"/>
            <a:chExt cx="1598829" cy="531293"/>
          </a:xfrm>
          <a:solidFill>
            <a:schemeClr val="tx1"/>
          </a:solidFill>
        </p:grpSpPr>
        <p:sp>
          <p:nvSpPr>
            <p:cNvPr id="10" name="Freeform: Shape 9">
              <a:extLst>
                <a:ext uri="{FF2B5EF4-FFF2-40B4-BE49-F238E27FC236}">
                  <a16:creationId xmlns:a16="http://schemas.microsoft.com/office/drawing/2014/main" id="{AE637E45-FDA6-4FDD-96BD-4728E6FEF3C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34CE57ED-0E56-4B8D-BFC4-44C434AB2F54}"/>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12" name="Group 11">
            <a:extLst>
              <a:ext uri="{FF2B5EF4-FFF2-40B4-BE49-F238E27FC236}">
                <a16:creationId xmlns:a16="http://schemas.microsoft.com/office/drawing/2014/main" id="{D6B131DC-4B42-4E21-8EE4-FCF7D6602B71}"/>
              </a:ext>
              <a:ext uri="{C183D7F6-B498-43B3-948B-1728B52AA6E4}">
                <adec:decorative xmlns:adec="http://schemas.microsoft.com/office/drawing/2017/decorative" val="1"/>
              </a:ext>
            </a:extLst>
          </p:cNvPr>
          <p:cNvGrpSpPr/>
          <p:nvPr userDrawn="1"/>
        </p:nvGrpSpPr>
        <p:grpSpPr>
          <a:xfrm>
            <a:off x="10885765" y="619275"/>
            <a:ext cx="932200" cy="932200"/>
            <a:chOff x="10791258" y="619275"/>
            <a:chExt cx="932200" cy="932200"/>
          </a:xfrm>
        </p:grpSpPr>
        <p:sp>
          <p:nvSpPr>
            <p:cNvPr id="13" name="Graphic 212">
              <a:extLst>
                <a:ext uri="{FF2B5EF4-FFF2-40B4-BE49-F238E27FC236}">
                  <a16:creationId xmlns:a16="http://schemas.microsoft.com/office/drawing/2014/main" id="{D826499E-185F-4853-8982-212973714079}"/>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Graphic 212">
              <a:extLst>
                <a:ext uri="{FF2B5EF4-FFF2-40B4-BE49-F238E27FC236}">
                  <a16:creationId xmlns:a16="http://schemas.microsoft.com/office/drawing/2014/main" id="{4B93A407-DCC0-4287-A189-DAFDA6CE5D81}"/>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grpSp>
        <p:nvGrpSpPr>
          <p:cNvPr id="15" name="Group 14">
            <a:extLst>
              <a:ext uri="{FF2B5EF4-FFF2-40B4-BE49-F238E27FC236}">
                <a16:creationId xmlns:a16="http://schemas.microsoft.com/office/drawing/2014/main" id="{3B628FE6-4C4F-49A8-9B42-67396AB1B101}"/>
              </a:ext>
              <a:ext uri="{C183D7F6-B498-43B3-948B-1728B52AA6E4}">
                <adec:decorative xmlns:adec="http://schemas.microsoft.com/office/drawing/2017/decorative" val="1"/>
              </a:ext>
            </a:extLst>
          </p:cNvPr>
          <p:cNvGrpSpPr/>
          <p:nvPr userDrawn="1"/>
        </p:nvGrpSpPr>
        <p:grpSpPr>
          <a:xfrm>
            <a:off x="10631201" y="4961088"/>
            <a:ext cx="1152011" cy="1152022"/>
            <a:chOff x="10154386" y="4452483"/>
            <a:chExt cx="1443404" cy="1443418"/>
          </a:xfrm>
          <a:solidFill>
            <a:schemeClr val="tx1"/>
          </a:solidFill>
        </p:grpSpPr>
        <p:grpSp>
          <p:nvGrpSpPr>
            <p:cNvPr id="16" name="Graphic 4">
              <a:extLst>
                <a:ext uri="{FF2B5EF4-FFF2-40B4-BE49-F238E27FC236}">
                  <a16:creationId xmlns:a16="http://schemas.microsoft.com/office/drawing/2014/main" id="{31A752B8-0B61-4973-8AE2-32B13026F5D0}"/>
                </a:ext>
              </a:extLst>
            </p:cNvPr>
            <p:cNvGrpSpPr/>
            <p:nvPr/>
          </p:nvGrpSpPr>
          <p:grpSpPr>
            <a:xfrm>
              <a:off x="10154386" y="4452483"/>
              <a:ext cx="1443404" cy="1443418"/>
              <a:chOff x="5734037" y="3067039"/>
              <a:chExt cx="724483" cy="724489"/>
            </a:xfrm>
            <a:grpFill/>
          </p:grpSpPr>
          <p:sp>
            <p:nvSpPr>
              <p:cNvPr id="189" name="Freeform: Shape 188">
                <a:extLst>
                  <a:ext uri="{FF2B5EF4-FFF2-40B4-BE49-F238E27FC236}">
                    <a16:creationId xmlns:a16="http://schemas.microsoft.com/office/drawing/2014/main" id="{5B0C923D-2B15-4591-91AF-7076EB2D39D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0" name="Freeform: Shape 189">
                <a:extLst>
                  <a:ext uri="{FF2B5EF4-FFF2-40B4-BE49-F238E27FC236}">
                    <a16:creationId xmlns:a16="http://schemas.microsoft.com/office/drawing/2014/main" id="{F67576B0-A9FB-4DBF-AAB2-BC4FE937A4D4}"/>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1" name="Freeform: Shape 190">
                <a:extLst>
                  <a:ext uri="{FF2B5EF4-FFF2-40B4-BE49-F238E27FC236}">
                    <a16:creationId xmlns:a16="http://schemas.microsoft.com/office/drawing/2014/main" id="{78EDA74C-F639-4A1A-AF63-97CE1722791F}"/>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2" name="Freeform: Shape 191">
                <a:extLst>
                  <a:ext uri="{FF2B5EF4-FFF2-40B4-BE49-F238E27FC236}">
                    <a16:creationId xmlns:a16="http://schemas.microsoft.com/office/drawing/2014/main" id="{47349CA4-9AF7-4B7C-B97D-32FCC9A753C0}"/>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3" name="Freeform: Shape 192">
                <a:extLst>
                  <a:ext uri="{FF2B5EF4-FFF2-40B4-BE49-F238E27FC236}">
                    <a16:creationId xmlns:a16="http://schemas.microsoft.com/office/drawing/2014/main" id="{DBBF3B76-9FD5-449B-9E6D-B2AE17BCC28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4" name="Freeform: Shape 193">
                <a:extLst>
                  <a:ext uri="{FF2B5EF4-FFF2-40B4-BE49-F238E27FC236}">
                    <a16:creationId xmlns:a16="http://schemas.microsoft.com/office/drawing/2014/main" id="{E83A7097-449B-446C-9207-5C00FAB2EE58}"/>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5" name="Freeform: Shape 194">
                <a:extLst>
                  <a:ext uri="{FF2B5EF4-FFF2-40B4-BE49-F238E27FC236}">
                    <a16:creationId xmlns:a16="http://schemas.microsoft.com/office/drawing/2014/main" id="{E8BCF978-C1B0-4C0E-885B-67F829DF35F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6" name="Freeform: Shape 195">
                <a:extLst>
                  <a:ext uri="{FF2B5EF4-FFF2-40B4-BE49-F238E27FC236}">
                    <a16:creationId xmlns:a16="http://schemas.microsoft.com/office/drawing/2014/main" id="{5F8A090D-EE01-4AE0-9B9D-A052A136192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7" name="Freeform: Shape 196">
                <a:extLst>
                  <a:ext uri="{FF2B5EF4-FFF2-40B4-BE49-F238E27FC236}">
                    <a16:creationId xmlns:a16="http://schemas.microsoft.com/office/drawing/2014/main" id="{F4973935-CD40-43B9-85EE-A0891CDFDFB7}"/>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8" name="Freeform: Shape 197">
                <a:extLst>
                  <a:ext uri="{FF2B5EF4-FFF2-40B4-BE49-F238E27FC236}">
                    <a16:creationId xmlns:a16="http://schemas.microsoft.com/office/drawing/2014/main" id="{09BF59A1-43BA-4CAA-B07E-0753B83A0711}"/>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9" name="Freeform: Shape 198">
                <a:extLst>
                  <a:ext uri="{FF2B5EF4-FFF2-40B4-BE49-F238E27FC236}">
                    <a16:creationId xmlns:a16="http://schemas.microsoft.com/office/drawing/2014/main" id="{F7F71212-DEF7-4416-8DD0-706B9D618165}"/>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0" name="Freeform: Shape 199">
                <a:extLst>
                  <a:ext uri="{FF2B5EF4-FFF2-40B4-BE49-F238E27FC236}">
                    <a16:creationId xmlns:a16="http://schemas.microsoft.com/office/drawing/2014/main" id="{61491CF5-2443-474B-83A8-EED5E8ABCCEB}"/>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1" name="Freeform: Shape 200">
                <a:extLst>
                  <a:ext uri="{FF2B5EF4-FFF2-40B4-BE49-F238E27FC236}">
                    <a16:creationId xmlns:a16="http://schemas.microsoft.com/office/drawing/2014/main" id="{7A1D052A-A011-4CC1-9757-2742CF613DDE}"/>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2" name="Freeform: Shape 201">
                <a:extLst>
                  <a:ext uri="{FF2B5EF4-FFF2-40B4-BE49-F238E27FC236}">
                    <a16:creationId xmlns:a16="http://schemas.microsoft.com/office/drawing/2014/main" id="{15DD3330-9838-49F4-9837-D557F3577937}"/>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3" name="Freeform: Shape 202">
                <a:extLst>
                  <a:ext uri="{FF2B5EF4-FFF2-40B4-BE49-F238E27FC236}">
                    <a16:creationId xmlns:a16="http://schemas.microsoft.com/office/drawing/2014/main" id="{085E7E4A-1EBD-4D0A-89D3-0E91CE94BB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4" name="Freeform: Shape 203">
                <a:extLst>
                  <a:ext uri="{FF2B5EF4-FFF2-40B4-BE49-F238E27FC236}">
                    <a16:creationId xmlns:a16="http://schemas.microsoft.com/office/drawing/2014/main" id="{98509262-3560-484E-B2A3-65F83E2AFF4B}"/>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5" name="Freeform: Shape 204">
                <a:extLst>
                  <a:ext uri="{FF2B5EF4-FFF2-40B4-BE49-F238E27FC236}">
                    <a16:creationId xmlns:a16="http://schemas.microsoft.com/office/drawing/2014/main" id="{82C01EF0-EFE1-4857-9C0F-983EF16648B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6" name="Freeform: Shape 205">
                <a:extLst>
                  <a:ext uri="{FF2B5EF4-FFF2-40B4-BE49-F238E27FC236}">
                    <a16:creationId xmlns:a16="http://schemas.microsoft.com/office/drawing/2014/main" id="{B35C6DB3-278C-4B06-AEE3-44D85C12E1AE}"/>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7" name="Freeform: Shape 206">
                <a:extLst>
                  <a:ext uri="{FF2B5EF4-FFF2-40B4-BE49-F238E27FC236}">
                    <a16:creationId xmlns:a16="http://schemas.microsoft.com/office/drawing/2014/main" id="{13D90D10-B54E-4E2F-B5C7-3F4F5AA85C5C}"/>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8" name="Freeform: Shape 207">
                <a:extLst>
                  <a:ext uri="{FF2B5EF4-FFF2-40B4-BE49-F238E27FC236}">
                    <a16:creationId xmlns:a16="http://schemas.microsoft.com/office/drawing/2014/main" id="{BCF88EFC-8669-4711-B4D8-18F82A71520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9" name="Freeform: Shape 208">
                <a:extLst>
                  <a:ext uri="{FF2B5EF4-FFF2-40B4-BE49-F238E27FC236}">
                    <a16:creationId xmlns:a16="http://schemas.microsoft.com/office/drawing/2014/main" id="{1C7E26B7-A2C7-4069-94EE-F81FBFCC4F88}"/>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0" name="Freeform: Shape 209">
                <a:extLst>
                  <a:ext uri="{FF2B5EF4-FFF2-40B4-BE49-F238E27FC236}">
                    <a16:creationId xmlns:a16="http://schemas.microsoft.com/office/drawing/2014/main" id="{45992884-B014-448F-B303-A6346A877A4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1" name="Freeform: Shape 210">
                <a:extLst>
                  <a:ext uri="{FF2B5EF4-FFF2-40B4-BE49-F238E27FC236}">
                    <a16:creationId xmlns:a16="http://schemas.microsoft.com/office/drawing/2014/main" id="{CE046B60-49AE-4A06-93E1-022974B3A738}"/>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2" name="Freeform: Shape 211">
                <a:extLst>
                  <a:ext uri="{FF2B5EF4-FFF2-40B4-BE49-F238E27FC236}">
                    <a16:creationId xmlns:a16="http://schemas.microsoft.com/office/drawing/2014/main" id="{48BEAE27-271C-428D-B5EF-F87F7359F6F0}"/>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3" name="Freeform: Shape 212">
                <a:extLst>
                  <a:ext uri="{FF2B5EF4-FFF2-40B4-BE49-F238E27FC236}">
                    <a16:creationId xmlns:a16="http://schemas.microsoft.com/office/drawing/2014/main" id="{A5A27244-274D-4D7E-A8D4-73F2256E8BA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4" name="Freeform: Shape 213">
                <a:extLst>
                  <a:ext uri="{FF2B5EF4-FFF2-40B4-BE49-F238E27FC236}">
                    <a16:creationId xmlns:a16="http://schemas.microsoft.com/office/drawing/2014/main" id="{15FC6F33-B59A-4CCB-A310-45A01574AAD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5" name="Freeform: Shape 214">
                <a:extLst>
                  <a:ext uri="{FF2B5EF4-FFF2-40B4-BE49-F238E27FC236}">
                    <a16:creationId xmlns:a16="http://schemas.microsoft.com/office/drawing/2014/main" id="{58C7C55E-C35B-401E-9068-C22F2EE68C87}"/>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6" name="Freeform: Shape 215">
                <a:extLst>
                  <a:ext uri="{FF2B5EF4-FFF2-40B4-BE49-F238E27FC236}">
                    <a16:creationId xmlns:a16="http://schemas.microsoft.com/office/drawing/2014/main" id="{4B71E863-1694-4370-85E9-A4DC7C544C30}"/>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7" name="Freeform: Shape 216">
                <a:extLst>
                  <a:ext uri="{FF2B5EF4-FFF2-40B4-BE49-F238E27FC236}">
                    <a16:creationId xmlns:a16="http://schemas.microsoft.com/office/drawing/2014/main" id="{B6F72D1A-6378-49EA-83B7-3EF500030604}"/>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8" name="Freeform: Shape 217">
                <a:extLst>
                  <a:ext uri="{FF2B5EF4-FFF2-40B4-BE49-F238E27FC236}">
                    <a16:creationId xmlns:a16="http://schemas.microsoft.com/office/drawing/2014/main" id="{7D8F79E4-2781-44A0-A4FB-9F34DDD998C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9" name="Freeform: Shape 218">
                <a:extLst>
                  <a:ext uri="{FF2B5EF4-FFF2-40B4-BE49-F238E27FC236}">
                    <a16:creationId xmlns:a16="http://schemas.microsoft.com/office/drawing/2014/main" id="{112401E9-7F6C-44FD-BFDB-6AB513E34F13}"/>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0" name="Freeform: Shape 219">
                <a:extLst>
                  <a:ext uri="{FF2B5EF4-FFF2-40B4-BE49-F238E27FC236}">
                    <a16:creationId xmlns:a16="http://schemas.microsoft.com/office/drawing/2014/main" id="{70EF4569-106C-4743-8A96-58E8F8914E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1" name="Freeform: Shape 220">
                <a:extLst>
                  <a:ext uri="{FF2B5EF4-FFF2-40B4-BE49-F238E27FC236}">
                    <a16:creationId xmlns:a16="http://schemas.microsoft.com/office/drawing/2014/main" id="{A8672656-3AB6-45FA-9178-6EEA584AC60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2" name="Freeform: Shape 221">
                <a:extLst>
                  <a:ext uri="{FF2B5EF4-FFF2-40B4-BE49-F238E27FC236}">
                    <a16:creationId xmlns:a16="http://schemas.microsoft.com/office/drawing/2014/main" id="{3BE34346-DF8F-40ED-9960-375A6B408972}"/>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3" name="Freeform: Shape 222">
                <a:extLst>
                  <a:ext uri="{FF2B5EF4-FFF2-40B4-BE49-F238E27FC236}">
                    <a16:creationId xmlns:a16="http://schemas.microsoft.com/office/drawing/2014/main" id="{D2F41219-5DFE-4991-8A7E-D81EC1C2B5E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4" name="Freeform: Shape 223">
                <a:extLst>
                  <a:ext uri="{FF2B5EF4-FFF2-40B4-BE49-F238E27FC236}">
                    <a16:creationId xmlns:a16="http://schemas.microsoft.com/office/drawing/2014/main" id="{631B6AB5-7C4A-4437-A6BF-C6A236896589}"/>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5" name="Freeform: Shape 224">
                <a:extLst>
                  <a:ext uri="{FF2B5EF4-FFF2-40B4-BE49-F238E27FC236}">
                    <a16:creationId xmlns:a16="http://schemas.microsoft.com/office/drawing/2014/main" id="{897203B5-EF0D-4F4C-A4B6-B5582F7D6A7E}"/>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6" name="Freeform: Shape 225">
                <a:extLst>
                  <a:ext uri="{FF2B5EF4-FFF2-40B4-BE49-F238E27FC236}">
                    <a16:creationId xmlns:a16="http://schemas.microsoft.com/office/drawing/2014/main" id="{F7733105-9EB9-4EF2-8F40-6AD21A844C7D}"/>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7" name="Freeform: Shape 226">
                <a:extLst>
                  <a:ext uri="{FF2B5EF4-FFF2-40B4-BE49-F238E27FC236}">
                    <a16:creationId xmlns:a16="http://schemas.microsoft.com/office/drawing/2014/main" id="{E63EBB4B-F5A7-4554-A0C3-AED6ACAE8C3F}"/>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8" name="Freeform: Shape 227">
                <a:extLst>
                  <a:ext uri="{FF2B5EF4-FFF2-40B4-BE49-F238E27FC236}">
                    <a16:creationId xmlns:a16="http://schemas.microsoft.com/office/drawing/2014/main" id="{CCC74397-5624-4735-BE79-E16C6A12912A}"/>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9" name="Freeform: Shape 228">
                <a:extLst>
                  <a:ext uri="{FF2B5EF4-FFF2-40B4-BE49-F238E27FC236}">
                    <a16:creationId xmlns:a16="http://schemas.microsoft.com/office/drawing/2014/main" id="{A9A30123-68A7-4CAF-ACA1-E089D30CE5F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0" name="Freeform: Shape 229">
                <a:extLst>
                  <a:ext uri="{FF2B5EF4-FFF2-40B4-BE49-F238E27FC236}">
                    <a16:creationId xmlns:a16="http://schemas.microsoft.com/office/drawing/2014/main" id="{341E089E-6C28-47B4-8F8D-DC7B2964BFDE}"/>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1" name="Freeform: Shape 230">
                <a:extLst>
                  <a:ext uri="{FF2B5EF4-FFF2-40B4-BE49-F238E27FC236}">
                    <a16:creationId xmlns:a16="http://schemas.microsoft.com/office/drawing/2014/main" id="{60C3E376-3FA2-4F28-8E26-5126E54F2D3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2" name="Freeform: Shape 231">
                <a:extLst>
                  <a:ext uri="{FF2B5EF4-FFF2-40B4-BE49-F238E27FC236}">
                    <a16:creationId xmlns:a16="http://schemas.microsoft.com/office/drawing/2014/main" id="{4452E443-8362-453F-8594-E2C5D05D3398}"/>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3" name="Freeform: Shape 232">
                <a:extLst>
                  <a:ext uri="{FF2B5EF4-FFF2-40B4-BE49-F238E27FC236}">
                    <a16:creationId xmlns:a16="http://schemas.microsoft.com/office/drawing/2014/main" id="{C2043C4D-27CC-45D6-9A62-966A77DD5812}"/>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4" name="Freeform: Shape 233">
                <a:extLst>
                  <a:ext uri="{FF2B5EF4-FFF2-40B4-BE49-F238E27FC236}">
                    <a16:creationId xmlns:a16="http://schemas.microsoft.com/office/drawing/2014/main" id="{F2D98196-D099-495E-A828-A073967D67FB}"/>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5" name="Freeform: Shape 234">
                <a:extLst>
                  <a:ext uri="{FF2B5EF4-FFF2-40B4-BE49-F238E27FC236}">
                    <a16:creationId xmlns:a16="http://schemas.microsoft.com/office/drawing/2014/main" id="{68586E33-BCEF-4B0E-95AC-B1E8EA25C6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6" name="Freeform: Shape 235">
                <a:extLst>
                  <a:ext uri="{FF2B5EF4-FFF2-40B4-BE49-F238E27FC236}">
                    <a16:creationId xmlns:a16="http://schemas.microsoft.com/office/drawing/2014/main" id="{D088D3EB-C95E-441B-8F56-F04DDB19F1B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7" name="Freeform: Shape 236">
                <a:extLst>
                  <a:ext uri="{FF2B5EF4-FFF2-40B4-BE49-F238E27FC236}">
                    <a16:creationId xmlns:a16="http://schemas.microsoft.com/office/drawing/2014/main" id="{635A3D28-BCDB-445F-800B-8DE8585F6A30}"/>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8" name="Freeform: Shape 237">
                <a:extLst>
                  <a:ext uri="{FF2B5EF4-FFF2-40B4-BE49-F238E27FC236}">
                    <a16:creationId xmlns:a16="http://schemas.microsoft.com/office/drawing/2014/main" id="{49C1D7F6-B9CD-46FF-9058-CD4E3DC2EC5C}"/>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9" name="Freeform: Shape 238">
                <a:extLst>
                  <a:ext uri="{FF2B5EF4-FFF2-40B4-BE49-F238E27FC236}">
                    <a16:creationId xmlns:a16="http://schemas.microsoft.com/office/drawing/2014/main" id="{9942B8B8-7819-434C-902E-8BF793967CF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0" name="Freeform: Shape 239">
                <a:extLst>
                  <a:ext uri="{FF2B5EF4-FFF2-40B4-BE49-F238E27FC236}">
                    <a16:creationId xmlns:a16="http://schemas.microsoft.com/office/drawing/2014/main" id="{CDF6FF28-FCCB-4FD3-B5EC-8F9E3F4A1F0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1" name="Freeform: Shape 240">
                <a:extLst>
                  <a:ext uri="{FF2B5EF4-FFF2-40B4-BE49-F238E27FC236}">
                    <a16:creationId xmlns:a16="http://schemas.microsoft.com/office/drawing/2014/main" id="{36634934-EC58-49CF-8AF5-0D1AD757663A}"/>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2" name="Freeform: Shape 241">
                <a:extLst>
                  <a:ext uri="{FF2B5EF4-FFF2-40B4-BE49-F238E27FC236}">
                    <a16:creationId xmlns:a16="http://schemas.microsoft.com/office/drawing/2014/main" id="{2A938075-EEBB-426F-AAEF-8DB877F1BF9F}"/>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3" name="Freeform: Shape 242">
                <a:extLst>
                  <a:ext uri="{FF2B5EF4-FFF2-40B4-BE49-F238E27FC236}">
                    <a16:creationId xmlns:a16="http://schemas.microsoft.com/office/drawing/2014/main" id="{9CF2395A-C8FA-4CE0-BADE-AD9620DCAC9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4" name="Freeform: Shape 243">
                <a:extLst>
                  <a:ext uri="{FF2B5EF4-FFF2-40B4-BE49-F238E27FC236}">
                    <a16:creationId xmlns:a16="http://schemas.microsoft.com/office/drawing/2014/main" id="{724C8CBB-AE30-4BDE-9609-6AD9DC4F1A8E}"/>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5" name="Freeform: Shape 244">
                <a:extLst>
                  <a:ext uri="{FF2B5EF4-FFF2-40B4-BE49-F238E27FC236}">
                    <a16:creationId xmlns:a16="http://schemas.microsoft.com/office/drawing/2014/main" id="{75077D00-21A4-4EA4-A836-2E6F377DC283}"/>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6" name="Freeform: Shape 245">
                <a:extLst>
                  <a:ext uri="{FF2B5EF4-FFF2-40B4-BE49-F238E27FC236}">
                    <a16:creationId xmlns:a16="http://schemas.microsoft.com/office/drawing/2014/main" id="{BFE1D84B-3E9B-4355-AB70-29BD0813469B}"/>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7" name="Freeform: Shape 246">
                <a:extLst>
                  <a:ext uri="{FF2B5EF4-FFF2-40B4-BE49-F238E27FC236}">
                    <a16:creationId xmlns:a16="http://schemas.microsoft.com/office/drawing/2014/main" id="{7E91096F-72A7-40D5-8D94-E473A526218C}"/>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8" name="Freeform: Shape 247">
                <a:extLst>
                  <a:ext uri="{FF2B5EF4-FFF2-40B4-BE49-F238E27FC236}">
                    <a16:creationId xmlns:a16="http://schemas.microsoft.com/office/drawing/2014/main" id="{0EB75445-3187-4401-86FD-A85FA620C85F}"/>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9" name="Freeform: Shape 248">
                <a:extLst>
                  <a:ext uri="{FF2B5EF4-FFF2-40B4-BE49-F238E27FC236}">
                    <a16:creationId xmlns:a16="http://schemas.microsoft.com/office/drawing/2014/main" id="{1D95CA2E-E941-4D26-B91B-7CDAE8112AC0}"/>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0" name="Freeform: Shape 249">
                <a:extLst>
                  <a:ext uri="{FF2B5EF4-FFF2-40B4-BE49-F238E27FC236}">
                    <a16:creationId xmlns:a16="http://schemas.microsoft.com/office/drawing/2014/main" id="{8A8CFFAC-749B-484A-8C17-634131D9C09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1" name="Freeform: Shape 250">
                <a:extLst>
                  <a:ext uri="{FF2B5EF4-FFF2-40B4-BE49-F238E27FC236}">
                    <a16:creationId xmlns:a16="http://schemas.microsoft.com/office/drawing/2014/main" id="{3125F4A7-EAFB-49D2-848F-8D0C044BE27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2" name="Freeform: Shape 251">
                <a:extLst>
                  <a:ext uri="{FF2B5EF4-FFF2-40B4-BE49-F238E27FC236}">
                    <a16:creationId xmlns:a16="http://schemas.microsoft.com/office/drawing/2014/main" id="{B9B9B3BB-4B8E-4C75-96EA-4C2048C6F232}"/>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3" name="Freeform: Shape 252">
                <a:extLst>
                  <a:ext uri="{FF2B5EF4-FFF2-40B4-BE49-F238E27FC236}">
                    <a16:creationId xmlns:a16="http://schemas.microsoft.com/office/drawing/2014/main" id="{9017FF82-4E07-4642-AD9E-BB96D42BD639}"/>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4" name="Freeform: Shape 253">
                <a:extLst>
                  <a:ext uri="{FF2B5EF4-FFF2-40B4-BE49-F238E27FC236}">
                    <a16:creationId xmlns:a16="http://schemas.microsoft.com/office/drawing/2014/main" id="{6B1971AE-14DC-4045-882C-6B2E0CE3B16B}"/>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5" name="Freeform: Shape 254">
                <a:extLst>
                  <a:ext uri="{FF2B5EF4-FFF2-40B4-BE49-F238E27FC236}">
                    <a16:creationId xmlns:a16="http://schemas.microsoft.com/office/drawing/2014/main" id="{AA8CD457-0651-4ECC-81C7-C21EE779EDDA}"/>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6" name="Freeform: Shape 255">
                <a:extLst>
                  <a:ext uri="{FF2B5EF4-FFF2-40B4-BE49-F238E27FC236}">
                    <a16:creationId xmlns:a16="http://schemas.microsoft.com/office/drawing/2014/main" id="{65833210-69A5-47FF-8EA9-99D9E28B8D6D}"/>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7" name="Freeform: Shape 256">
                <a:extLst>
                  <a:ext uri="{FF2B5EF4-FFF2-40B4-BE49-F238E27FC236}">
                    <a16:creationId xmlns:a16="http://schemas.microsoft.com/office/drawing/2014/main" id="{C04C7A32-9FAA-4F63-9C56-4924343522E5}"/>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8" name="Freeform: Shape 257">
                <a:extLst>
                  <a:ext uri="{FF2B5EF4-FFF2-40B4-BE49-F238E27FC236}">
                    <a16:creationId xmlns:a16="http://schemas.microsoft.com/office/drawing/2014/main" id="{49DC777D-C77C-4470-B4AF-C884887B0C9C}"/>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9" name="Freeform: Shape 258">
                <a:extLst>
                  <a:ext uri="{FF2B5EF4-FFF2-40B4-BE49-F238E27FC236}">
                    <a16:creationId xmlns:a16="http://schemas.microsoft.com/office/drawing/2014/main" id="{158BF1D0-C876-400E-A139-5CE34D9B7581}"/>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0" name="Freeform: Shape 259">
                <a:extLst>
                  <a:ext uri="{FF2B5EF4-FFF2-40B4-BE49-F238E27FC236}">
                    <a16:creationId xmlns:a16="http://schemas.microsoft.com/office/drawing/2014/main" id="{12B92D7A-51EB-488C-8B4A-2DA48105CA0C}"/>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1" name="Freeform: Shape 260">
                <a:extLst>
                  <a:ext uri="{FF2B5EF4-FFF2-40B4-BE49-F238E27FC236}">
                    <a16:creationId xmlns:a16="http://schemas.microsoft.com/office/drawing/2014/main" id="{36F35362-EC6C-4B99-8EA0-B2E5F7E5754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2" name="Freeform: Shape 261">
                <a:extLst>
                  <a:ext uri="{FF2B5EF4-FFF2-40B4-BE49-F238E27FC236}">
                    <a16:creationId xmlns:a16="http://schemas.microsoft.com/office/drawing/2014/main" id="{E198CDFA-E8E4-4AB8-8152-70D0A99017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3" name="Freeform: Shape 262">
                <a:extLst>
                  <a:ext uri="{FF2B5EF4-FFF2-40B4-BE49-F238E27FC236}">
                    <a16:creationId xmlns:a16="http://schemas.microsoft.com/office/drawing/2014/main" id="{0A6E867E-E4D5-4962-B1E3-40C1EBAD454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4" name="Freeform: Shape 263">
                <a:extLst>
                  <a:ext uri="{FF2B5EF4-FFF2-40B4-BE49-F238E27FC236}">
                    <a16:creationId xmlns:a16="http://schemas.microsoft.com/office/drawing/2014/main" id="{80E476FD-96DE-446C-867F-9D329645237F}"/>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5" name="Freeform: Shape 264">
                <a:extLst>
                  <a:ext uri="{FF2B5EF4-FFF2-40B4-BE49-F238E27FC236}">
                    <a16:creationId xmlns:a16="http://schemas.microsoft.com/office/drawing/2014/main" id="{2A4B1DEE-9DE5-44FA-999C-35FC48FFD87B}"/>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6" name="Freeform: Shape 265">
                <a:extLst>
                  <a:ext uri="{FF2B5EF4-FFF2-40B4-BE49-F238E27FC236}">
                    <a16:creationId xmlns:a16="http://schemas.microsoft.com/office/drawing/2014/main" id="{B0466F5E-3E96-4F81-8A0D-03BE09971D09}"/>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7" name="Freeform: Shape 266">
                <a:extLst>
                  <a:ext uri="{FF2B5EF4-FFF2-40B4-BE49-F238E27FC236}">
                    <a16:creationId xmlns:a16="http://schemas.microsoft.com/office/drawing/2014/main" id="{7F10273E-D499-4A93-806B-29552CFEAB9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8" name="Freeform: Shape 267">
                <a:extLst>
                  <a:ext uri="{FF2B5EF4-FFF2-40B4-BE49-F238E27FC236}">
                    <a16:creationId xmlns:a16="http://schemas.microsoft.com/office/drawing/2014/main" id="{9F109E66-58F5-49F9-A8FA-C2C6B9D3314D}"/>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9" name="Freeform: Shape 268">
                <a:extLst>
                  <a:ext uri="{FF2B5EF4-FFF2-40B4-BE49-F238E27FC236}">
                    <a16:creationId xmlns:a16="http://schemas.microsoft.com/office/drawing/2014/main" id="{BEFEAFE3-481D-4BD8-8E0E-FD2D6514759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0" name="Freeform: Shape 269">
                <a:extLst>
                  <a:ext uri="{FF2B5EF4-FFF2-40B4-BE49-F238E27FC236}">
                    <a16:creationId xmlns:a16="http://schemas.microsoft.com/office/drawing/2014/main" id="{4D9F94D2-04D5-4055-ABB3-12E2D54D9168}"/>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1" name="Freeform: Shape 270">
                <a:extLst>
                  <a:ext uri="{FF2B5EF4-FFF2-40B4-BE49-F238E27FC236}">
                    <a16:creationId xmlns:a16="http://schemas.microsoft.com/office/drawing/2014/main" id="{8DF12218-DA8B-4C9D-AC25-6E4EB9E5157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2" name="Freeform: Shape 271">
                <a:extLst>
                  <a:ext uri="{FF2B5EF4-FFF2-40B4-BE49-F238E27FC236}">
                    <a16:creationId xmlns:a16="http://schemas.microsoft.com/office/drawing/2014/main" id="{0EBFC3D4-98BB-45EA-B787-42AD1392C199}"/>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3" name="Freeform: Shape 272">
                <a:extLst>
                  <a:ext uri="{FF2B5EF4-FFF2-40B4-BE49-F238E27FC236}">
                    <a16:creationId xmlns:a16="http://schemas.microsoft.com/office/drawing/2014/main" id="{B012490F-C6CB-4B2B-ACEE-164410E430A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4" name="Freeform: Shape 273">
                <a:extLst>
                  <a:ext uri="{FF2B5EF4-FFF2-40B4-BE49-F238E27FC236}">
                    <a16:creationId xmlns:a16="http://schemas.microsoft.com/office/drawing/2014/main" id="{C8A0CEBF-7017-4AE8-B110-4FB98A0931A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5" name="Freeform: Shape 274">
                <a:extLst>
                  <a:ext uri="{FF2B5EF4-FFF2-40B4-BE49-F238E27FC236}">
                    <a16:creationId xmlns:a16="http://schemas.microsoft.com/office/drawing/2014/main" id="{BFB90B3C-B2E2-41FC-852F-20935BD58D3F}"/>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6" name="Freeform: Shape 275">
                <a:extLst>
                  <a:ext uri="{FF2B5EF4-FFF2-40B4-BE49-F238E27FC236}">
                    <a16:creationId xmlns:a16="http://schemas.microsoft.com/office/drawing/2014/main" id="{AD216D02-05DA-4573-8119-B89DD39D163C}"/>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7" name="Freeform: Shape 276">
                <a:extLst>
                  <a:ext uri="{FF2B5EF4-FFF2-40B4-BE49-F238E27FC236}">
                    <a16:creationId xmlns:a16="http://schemas.microsoft.com/office/drawing/2014/main" id="{4AD95CA3-812D-4706-A483-37C60CEFCF96}"/>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8" name="Freeform: Shape 277">
                <a:extLst>
                  <a:ext uri="{FF2B5EF4-FFF2-40B4-BE49-F238E27FC236}">
                    <a16:creationId xmlns:a16="http://schemas.microsoft.com/office/drawing/2014/main" id="{ED7350CE-E616-42AC-8E07-41E9A7A07CA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9" name="Freeform: Shape 278">
                <a:extLst>
                  <a:ext uri="{FF2B5EF4-FFF2-40B4-BE49-F238E27FC236}">
                    <a16:creationId xmlns:a16="http://schemas.microsoft.com/office/drawing/2014/main" id="{87A359AE-1FD7-4EC0-9759-55B2173A6EFD}"/>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0" name="Freeform: Shape 279">
                <a:extLst>
                  <a:ext uri="{FF2B5EF4-FFF2-40B4-BE49-F238E27FC236}">
                    <a16:creationId xmlns:a16="http://schemas.microsoft.com/office/drawing/2014/main" id="{97A88E14-719D-4D47-A0A1-80D6780E8EED}"/>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1" name="Freeform: Shape 280">
                <a:extLst>
                  <a:ext uri="{FF2B5EF4-FFF2-40B4-BE49-F238E27FC236}">
                    <a16:creationId xmlns:a16="http://schemas.microsoft.com/office/drawing/2014/main" id="{D16E2313-CE29-4A31-AC81-790178F4746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2" name="Freeform: Shape 281">
                <a:extLst>
                  <a:ext uri="{FF2B5EF4-FFF2-40B4-BE49-F238E27FC236}">
                    <a16:creationId xmlns:a16="http://schemas.microsoft.com/office/drawing/2014/main" id="{1D1C4F29-D833-4964-B939-3B727AE1EA41}"/>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3" name="Freeform: Shape 282">
                <a:extLst>
                  <a:ext uri="{FF2B5EF4-FFF2-40B4-BE49-F238E27FC236}">
                    <a16:creationId xmlns:a16="http://schemas.microsoft.com/office/drawing/2014/main" id="{4AAC2964-5640-4A4F-AF95-C44533263206}"/>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4" name="Freeform: Shape 283">
                <a:extLst>
                  <a:ext uri="{FF2B5EF4-FFF2-40B4-BE49-F238E27FC236}">
                    <a16:creationId xmlns:a16="http://schemas.microsoft.com/office/drawing/2014/main" id="{234E3EAE-3024-4122-B3C9-D19EF89411B2}"/>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5" name="Freeform: Shape 284">
                <a:extLst>
                  <a:ext uri="{FF2B5EF4-FFF2-40B4-BE49-F238E27FC236}">
                    <a16:creationId xmlns:a16="http://schemas.microsoft.com/office/drawing/2014/main" id="{28FD952A-B49E-4AFD-BE46-A826C893BA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6" name="Freeform: Shape 285">
                <a:extLst>
                  <a:ext uri="{FF2B5EF4-FFF2-40B4-BE49-F238E27FC236}">
                    <a16:creationId xmlns:a16="http://schemas.microsoft.com/office/drawing/2014/main" id="{A8F11D09-106F-4800-8537-1511F52735A8}"/>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7" name="Freeform: Shape 286">
                <a:extLst>
                  <a:ext uri="{FF2B5EF4-FFF2-40B4-BE49-F238E27FC236}">
                    <a16:creationId xmlns:a16="http://schemas.microsoft.com/office/drawing/2014/main" id="{628B2A9C-BF81-4C2A-A82F-094822D91962}"/>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8" name="Freeform: Shape 287">
                <a:extLst>
                  <a:ext uri="{FF2B5EF4-FFF2-40B4-BE49-F238E27FC236}">
                    <a16:creationId xmlns:a16="http://schemas.microsoft.com/office/drawing/2014/main" id="{67DB4930-228B-47AF-AAF7-1BF8F1B48A13}"/>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9" name="Freeform: Shape 288">
                <a:extLst>
                  <a:ext uri="{FF2B5EF4-FFF2-40B4-BE49-F238E27FC236}">
                    <a16:creationId xmlns:a16="http://schemas.microsoft.com/office/drawing/2014/main" id="{5C000D14-C33C-4ABC-8859-916548DDFFB4}"/>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0" name="Freeform: Shape 289">
                <a:extLst>
                  <a:ext uri="{FF2B5EF4-FFF2-40B4-BE49-F238E27FC236}">
                    <a16:creationId xmlns:a16="http://schemas.microsoft.com/office/drawing/2014/main" id="{EFD3C8C8-BB59-449C-B55E-01F014FF2BD1}"/>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1" name="Freeform: Shape 290">
                <a:extLst>
                  <a:ext uri="{FF2B5EF4-FFF2-40B4-BE49-F238E27FC236}">
                    <a16:creationId xmlns:a16="http://schemas.microsoft.com/office/drawing/2014/main" id="{F67091D2-B1F6-4D9C-BE4A-EE3988A464AF}"/>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2" name="Freeform: Shape 291">
                <a:extLst>
                  <a:ext uri="{FF2B5EF4-FFF2-40B4-BE49-F238E27FC236}">
                    <a16:creationId xmlns:a16="http://schemas.microsoft.com/office/drawing/2014/main" id="{E696DB2D-BF32-49CF-A3D0-B5BCFFFC3A7C}"/>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3" name="Freeform: Shape 292">
                <a:extLst>
                  <a:ext uri="{FF2B5EF4-FFF2-40B4-BE49-F238E27FC236}">
                    <a16:creationId xmlns:a16="http://schemas.microsoft.com/office/drawing/2014/main" id="{DA9DFC77-4503-4E27-81F8-4EC423EE7F2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4" name="Freeform: Shape 293">
                <a:extLst>
                  <a:ext uri="{FF2B5EF4-FFF2-40B4-BE49-F238E27FC236}">
                    <a16:creationId xmlns:a16="http://schemas.microsoft.com/office/drawing/2014/main" id="{C9750606-8257-49A8-BAC6-8AF5245F225F}"/>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5" name="Freeform: Shape 294">
                <a:extLst>
                  <a:ext uri="{FF2B5EF4-FFF2-40B4-BE49-F238E27FC236}">
                    <a16:creationId xmlns:a16="http://schemas.microsoft.com/office/drawing/2014/main" id="{1FAF9961-6FEB-4F37-AA12-4123C2F348C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6" name="Freeform: Shape 295">
                <a:extLst>
                  <a:ext uri="{FF2B5EF4-FFF2-40B4-BE49-F238E27FC236}">
                    <a16:creationId xmlns:a16="http://schemas.microsoft.com/office/drawing/2014/main" id="{ECEB85EF-07A3-4915-972B-41652BD77A0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7" name="Freeform: Shape 296">
                <a:extLst>
                  <a:ext uri="{FF2B5EF4-FFF2-40B4-BE49-F238E27FC236}">
                    <a16:creationId xmlns:a16="http://schemas.microsoft.com/office/drawing/2014/main" id="{70E3C169-E198-408B-8C0B-6D107638EEA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8" name="Freeform: Shape 297">
                <a:extLst>
                  <a:ext uri="{FF2B5EF4-FFF2-40B4-BE49-F238E27FC236}">
                    <a16:creationId xmlns:a16="http://schemas.microsoft.com/office/drawing/2014/main" id="{F55D2648-69AF-4F06-B4E2-ED7EB64562C0}"/>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9" name="Freeform: Shape 298">
                <a:extLst>
                  <a:ext uri="{FF2B5EF4-FFF2-40B4-BE49-F238E27FC236}">
                    <a16:creationId xmlns:a16="http://schemas.microsoft.com/office/drawing/2014/main" id="{808EE613-DBD4-40A5-B2FC-FFE52B379596}"/>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0" name="Freeform: Shape 299">
                <a:extLst>
                  <a:ext uri="{FF2B5EF4-FFF2-40B4-BE49-F238E27FC236}">
                    <a16:creationId xmlns:a16="http://schemas.microsoft.com/office/drawing/2014/main" id="{5CF13D94-C51E-4F0C-93ED-89C74D5967D4}"/>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1" name="Freeform: Shape 300">
                <a:extLst>
                  <a:ext uri="{FF2B5EF4-FFF2-40B4-BE49-F238E27FC236}">
                    <a16:creationId xmlns:a16="http://schemas.microsoft.com/office/drawing/2014/main" id="{D02372BC-9E3F-430B-9E13-B750B7548287}"/>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2" name="Freeform: Shape 301">
                <a:extLst>
                  <a:ext uri="{FF2B5EF4-FFF2-40B4-BE49-F238E27FC236}">
                    <a16:creationId xmlns:a16="http://schemas.microsoft.com/office/drawing/2014/main" id="{5CC5A4DF-827D-4F25-A560-89C50AFC96F9}"/>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3" name="Freeform: Shape 302">
                <a:extLst>
                  <a:ext uri="{FF2B5EF4-FFF2-40B4-BE49-F238E27FC236}">
                    <a16:creationId xmlns:a16="http://schemas.microsoft.com/office/drawing/2014/main" id="{C664ED74-3F99-4CD6-9B08-8C66D3C2384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4" name="Freeform: Shape 303">
                <a:extLst>
                  <a:ext uri="{FF2B5EF4-FFF2-40B4-BE49-F238E27FC236}">
                    <a16:creationId xmlns:a16="http://schemas.microsoft.com/office/drawing/2014/main" id="{A366A050-ABC8-404E-9D19-88C1BFD746AD}"/>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5" name="Freeform: Shape 304">
                <a:extLst>
                  <a:ext uri="{FF2B5EF4-FFF2-40B4-BE49-F238E27FC236}">
                    <a16:creationId xmlns:a16="http://schemas.microsoft.com/office/drawing/2014/main" id="{E54F9189-EFA8-450C-9A79-2642C2815DC1}"/>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6" name="Freeform: Shape 305">
                <a:extLst>
                  <a:ext uri="{FF2B5EF4-FFF2-40B4-BE49-F238E27FC236}">
                    <a16:creationId xmlns:a16="http://schemas.microsoft.com/office/drawing/2014/main" id="{83474EF4-3910-4D27-8CE9-6B0571690FB0}"/>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7" name="Freeform: Shape 306">
                <a:extLst>
                  <a:ext uri="{FF2B5EF4-FFF2-40B4-BE49-F238E27FC236}">
                    <a16:creationId xmlns:a16="http://schemas.microsoft.com/office/drawing/2014/main" id="{07AF992F-ECBF-4DC7-AAD7-C89A905F51C3}"/>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8" name="Freeform: Shape 307">
                <a:extLst>
                  <a:ext uri="{FF2B5EF4-FFF2-40B4-BE49-F238E27FC236}">
                    <a16:creationId xmlns:a16="http://schemas.microsoft.com/office/drawing/2014/main" id="{8DF44771-0BBE-4ABF-A1A0-4F21168E9496}"/>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9" name="Freeform: Shape 308">
                <a:extLst>
                  <a:ext uri="{FF2B5EF4-FFF2-40B4-BE49-F238E27FC236}">
                    <a16:creationId xmlns:a16="http://schemas.microsoft.com/office/drawing/2014/main" id="{A83A06AC-4FF7-4E63-8018-3EC97686E21C}"/>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0" name="Freeform: Shape 309">
                <a:extLst>
                  <a:ext uri="{FF2B5EF4-FFF2-40B4-BE49-F238E27FC236}">
                    <a16:creationId xmlns:a16="http://schemas.microsoft.com/office/drawing/2014/main" id="{CF2D1DA8-92C8-41E9-B8CA-AA39868CBF09}"/>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1" name="Freeform: Shape 310">
                <a:extLst>
                  <a:ext uri="{FF2B5EF4-FFF2-40B4-BE49-F238E27FC236}">
                    <a16:creationId xmlns:a16="http://schemas.microsoft.com/office/drawing/2014/main" id="{CE7EB8CC-07A4-47A7-928A-8984C4706850}"/>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2" name="Freeform: Shape 311">
                <a:extLst>
                  <a:ext uri="{FF2B5EF4-FFF2-40B4-BE49-F238E27FC236}">
                    <a16:creationId xmlns:a16="http://schemas.microsoft.com/office/drawing/2014/main" id="{DD8F57F4-0054-4907-A5A4-FEA9B509AD3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3" name="Freeform: Shape 312">
                <a:extLst>
                  <a:ext uri="{FF2B5EF4-FFF2-40B4-BE49-F238E27FC236}">
                    <a16:creationId xmlns:a16="http://schemas.microsoft.com/office/drawing/2014/main" id="{60ED5BA9-E036-40AE-A6CC-0DECB39D5A46}"/>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4" name="Freeform: Shape 313">
                <a:extLst>
                  <a:ext uri="{FF2B5EF4-FFF2-40B4-BE49-F238E27FC236}">
                    <a16:creationId xmlns:a16="http://schemas.microsoft.com/office/drawing/2014/main" id="{0FD10507-E725-4668-A9B2-F1C23A57A16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5" name="Freeform: Shape 314">
                <a:extLst>
                  <a:ext uri="{FF2B5EF4-FFF2-40B4-BE49-F238E27FC236}">
                    <a16:creationId xmlns:a16="http://schemas.microsoft.com/office/drawing/2014/main" id="{D1C0A19B-7E91-4068-9AA4-14FA512E22BD}"/>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6" name="Freeform: Shape 315">
                <a:extLst>
                  <a:ext uri="{FF2B5EF4-FFF2-40B4-BE49-F238E27FC236}">
                    <a16:creationId xmlns:a16="http://schemas.microsoft.com/office/drawing/2014/main" id="{280850D2-6E89-4131-9FB7-A009F965BDE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7" name="Freeform: Shape 316">
                <a:extLst>
                  <a:ext uri="{FF2B5EF4-FFF2-40B4-BE49-F238E27FC236}">
                    <a16:creationId xmlns:a16="http://schemas.microsoft.com/office/drawing/2014/main" id="{9FE1F233-525B-490D-92CE-E84B86136916}"/>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8" name="Freeform: Shape 317">
                <a:extLst>
                  <a:ext uri="{FF2B5EF4-FFF2-40B4-BE49-F238E27FC236}">
                    <a16:creationId xmlns:a16="http://schemas.microsoft.com/office/drawing/2014/main" id="{7181D01C-96B5-44C1-A386-30CE0F738E0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9" name="Freeform: Shape 318">
                <a:extLst>
                  <a:ext uri="{FF2B5EF4-FFF2-40B4-BE49-F238E27FC236}">
                    <a16:creationId xmlns:a16="http://schemas.microsoft.com/office/drawing/2014/main" id="{E2B633A1-C30D-4403-AC8F-43AC6B9B7EA1}"/>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0" name="Freeform: Shape 319">
                <a:extLst>
                  <a:ext uri="{FF2B5EF4-FFF2-40B4-BE49-F238E27FC236}">
                    <a16:creationId xmlns:a16="http://schemas.microsoft.com/office/drawing/2014/main" id="{6A8ADFAF-7B99-4AF5-8AD0-6F6396B1E2AC}"/>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1" name="Freeform: Shape 320">
                <a:extLst>
                  <a:ext uri="{FF2B5EF4-FFF2-40B4-BE49-F238E27FC236}">
                    <a16:creationId xmlns:a16="http://schemas.microsoft.com/office/drawing/2014/main" id="{BF24EED6-9FF6-4D3B-B888-7C128BA748FD}"/>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2" name="Freeform: Shape 321">
                <a:extLst>
                  <a:ext uri="{FF2B5EF4-FFF2-40B4-BE49-F238E27FC236}">
                    <a16:creationId xmlns:a16="http://schemas.microsoft.com/office/drawing/2014/main" id="{6120BD91-6B39-4427-90EE-7F3AA46700A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3" name="Freeform: Shape 322">
                <a:extLst>
                  <a:ext uri="{FF2B5EF4-FFF2-40B4-BE49-F238E27FC236}">
                    <a16:creationId xmlns:a16="http://schemas.microsoft.com/office/drawing/2014/main" id="{99BA16F9-242B-4140-BC3F-17E34841473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4" name="Freeform: Shape 323">
                <a:extLst>
                  <a:ext uri="{FF2B5EF4-FFF2-40B4-BE49-F238E27FC236}">
                    <a16:creationId xmlns:a16="http://schemas.microsoft.com/office/drawing/2014/main" id="{814ACF54-DEC1-429C-85FA-022FE7302222}"/>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5" name="Freeform: Shape 324">
                <a:extLst>
                  <a:ext uri="{FF2B5EF4-FFF2-40B4-BE49-F238E27FC236}">
                    <a16:creationId xmlns:a16="http://schemas.microsoft.com/office/drawing/2014/main" id="{8E30803D-601A-44AA-8D2C-F89DB4ADF487}"/>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6" name="Freeform: Shape 325">
                <a:extLst>
                  <a:ext uri="{FF2B5EF4-FFF2-40B4-BE49-F238E27FC236}">
                    <a16:creationId xmlns:a16="http://schemas.microsoft.com/office/drawing/2014/main" id="{4E6EEE87-0C42-4413-8EA5-706C464D32B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7" name="Freeform: Shape 326">
                <a:extLst>
                  <a:ext uri="{FF2B5EF4-FFF2-40B4-BE49-F238E27FC236}">
                    <a16:creationId xmlns:a16="http://schemas.microsoft.com/office/drawing/2014/main" id="{0832DF18-6AAF-4499-8D30-5A79B18EC003}"/>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8" name="Freeform: Shape 327">
                <a:extLst>
                  <a:ext uri="{FF2B5EF4-FFF2-40B4-BE49-F238E27FC236}">
                    <a16:creationId xmlns:a16="http://schemas.microsoft.com/office/drawing/2014/main" id="{4AD66F08-011B-4A20-B1E5-D3A9A35AA4EB}"/>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9" name="Freeform: Shape 328">
                <a:extLst>
                  <a:ext uri="{FF2B5EF4-FFF2-40B4-BE49-F238E27FC236}">
                    <a16:creationId xmlns:a16="http://schemas.microsoft.com/office/drawing/2014/main" id="{BBD23BB3-08F2-47BC-B141-4E6ED9492AA2}"/>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0" name="Freeform: Shape 329">
                <a:extLst>
                  <a:ext uri="{FF2B5EF4-FFF2-40B4-BE49-F238E27FC236}">
                    <a16:creationId xmlns:a16="http://schemas.microsoft.com/office/drawing/2014/main" id="{B3CE711A-2069-42C1-98C4-4508B5943F6A}"/>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1" name="Freeform: Shape 330">
                <a:extLst>
                  <a:ext uri="{FF2B5EF4-FFF2-40B4-BE49-F238E27FC236}">
                    <a16:creationId xmlns:a16="http://schemas.microsoft.com/office/drawing/2014/main" id="{26B8F21B-C222-4784-8D4C-7D5D24EA1F38}"/>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2" name="Freeform: Shape 331">
                <a:extLst>
                  <a:ext uri="{FF2B5EF4-FFF2-40B4-BE49-F238E27FC236}">
                    <a16:creationId xmlns:a16="http://schemas.microsoft.com/office/drawing/2014/main" id="{58C4C653-04CF-45EA-92F4-3B76B0AA9719}"/>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3" name="Freeform: Shape 332">
                <a:extLst>
                  <a:ext uri="{FF2B5EF4-FFF2-40B4-BE49-F238E27FC236}">
                    <a16:creationId xmlns:a16="http://schemas.microsoft.com/office/drawing/2014/main" id="{755FD61D-1008-46FD-86B1-4F633814A45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4" name="Freeform: Shape 333">
                <a:extLst>
                  <a:ext uri="{FF2B5EF4-FFF2-40B4-BE49-F238E27FC236}">
                    <a16:creationId xmlns:a16="http://schemas.microsoft.com/office/drawing/2014/main" id="{A3DBC891-2610-4AC1-B1D3-806E504EF435}"/>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5" name="Freeform: Shape 334">
                <a:extLst>
                  <a:ext uri="{FF2B5EF4-FFF2-40B4-BE49-F238E27FC236}">
                    <a16:creationId xmlns:a16="http://schemas.microsoft.com/office/drawing/2014/main" id="{4D9F77CB-AC06-45E2-B791-BA0A7FC6A6C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6" name="Freeform: Shape 335">
                <a:extLst>
                  <a:ext uri="{FF2B5EF4-FFF2-40B4-BE49-F238E27FC236}">
                    <a16:creationId xmlns:a16="http://schemas.microsoft.com/office/drawing/2014/main" id="{9006458F-4478-468F-ADDA-3A1A260F2798}"/>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7" name="Freeform: Shape 336">
                <a:extLst>
                  <a:ext uri="{FF2B5EF4-FFF2-40B4-BE49-F238E27FC236}">
                    <a16:creationId xmlns:a16="http://schemas.microsoft.com/office/drawing/2014/main" id="{366818E9-6C2E-4220-8542-BD64F8B7EE81}"/>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8" name="Freeform: Shape 337">
                <a:extLst>
                  <a:ext uri="{FF2B5EF4-FFF2-40B4-BE49-F238E27FC236}">
                    <a16:creationId xmlns:a16="http://schemas.microsoft.com/office/drawing/2014/main" id="{BD7BF3C8-FAD3-44BA-A91A-7FCE6DCE83E9}"/>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9" name="Freeform: Shape 338">
                <a:extLst>
                  <a:ext uri="{FF2B5EF4-FFF2-40B4-BE49-F238E27FC236}">
                    <a16:creationId xmlns:a16="http://schemas.microsoft.com/office/drawing/2014/main" id="{A675950D-FE3F-4100-8304-02525FC59CA4}"/>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0" name="Freeform: Shape 339">
                <a:extLst>
                  <a:ext uri="{FF2B5EF4-FFF2-40B4-BE49-F238E27FC236}">
                    <a16:creationId xmlns:a16="http://schemas.microsoft.com/office/drawing/2014/main" id="{67959628-A9E4-4868-B5C4-02A208D9EABC}"/>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1" name="Freeform: Shape 340">
                <a:extLst>
                  <a:ext uri="{FF2B5EF4-FFF2-40B4-BE49-F238E27FC236}">
                    <a16:creationId xmlns:a16="http://schemas.microsoft.com/office/drawing/2014/main" id="{ADECC7F1-0F45-486A-A990-EB276BB3384F}"/>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2" name="Freeform: Shape 341">
                <a:extLst>
                  <a:ext uri="{FF2B5EF4-FFF2-40B4-BE49-F238E27FC236}">
                    <a16:creationId xmlns:a16="http://schemas.microsoft.com/office/drawing/2014/main" id="{1245F143-DC77-4399-A4A7-A1F3B391803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3" name="Freeform: Shape 342">
                <a:extLst>
                  <a:ext uri="{FF2B5EF4-FFF2-40B4-BE49-F238E27FC236}">
                    <a16:creationId xmlns:a16="http://schemas.microsoft.com/office/drawing/2014/main" id="{475F08F8-55E9-4206-9AAE-E916FC31406E}"/>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4" name="Freeform: Shape 343">
                <a:extLst>
                  <a:ext uri="{FF2B5EF4-FFF2-40B4-BE49-F238E27FC236}">
                    <a16:creationId xmlns:a16="http://schemas.microsoft.com/office/drawing/2014/main" id="{B161936D-1B88-4DE0-9773-06D8E71E803C}"/>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5" name="Freeform: Shape 344">
                <a:extLst>
                  <a:ext uri="{FF2B5EF4-FFF2-40B4-BE49-F238E27FC236}">
                    <a16:creationId xmlns:a16="http://schemas.microsoft.com/office/drawing/2014/main" id="{D9EA60CC-AC1F-49D4-94B1-48FD127B43A7}"/>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6" name="Freeform: Shape 345">
                <a:extLst>
                  <a:ext uri="{FF2B5EF4-FFF2-40B4-BE49-F238E27FC236}">
                    <a16:creationId xmlns:a16="http://schemas.microsoft.com/office/drawing/2014/main" id="{56AE36DF-ED72-4751-A123-9AD7BA0CEEE0}"/>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7" name="Freeform: Shape 346">
                <a:extLst>
                  <a:ext uri="{FF2B5EF4-FFF2-40B4-BE49-F238E27FC236}">
                    <a16:creationId xmlns:a16="http://schemas.microsoft.com/office/drawing/2014/main" id="{856DA2E5-CBAE-4B4F-A30B-DFC1EE9B592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8" name="Freeform: Shape 347">
                <a:extLst>
                  <a:ext uri="{FF2B5EF4-FFF2-40B4-BE49-F238E27FC236}">
                    <a16:creationId xmlns:a16="http://schemas.microsoft.com/office/drawing/2014/main" id="{5E60101A-81EF-48E2-B67D-EB8847278D98}"/>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9" name="Freeform: Shape 348">
                <a:extLst>
                  <a:ext uri="{FF2B5EF4-FFF2-40B4-BE49-F238E27FC236}">
                    <a16:creationId xmlns:a16="http://schemas.microsoft.com/office/drawing/2014/main" id="{623BF631-A52C-4AAD-B012-1FD678A1F65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0" name="Freeform: Shape 349">
                <a:extLst>
                  <a:ext uri="{FF2B5EF4-FFF2-40B4-BE49-F238E27FC236}">
                    <a16:creationId xmlns:a16="http://schemas.microsoft.com/office/drawing/2014/main" id="{3BA8C092-E3E4-4EA7-A73A-3BB13B493E2D}"/>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1" name="Freeform: Shape 350">
                <a:extLst>
                  <a:ext uri="{FF2B5EF4-FFF2-40B4-BE49-F238E27FC236}">
                    <a16:creationId xmlns:a16="http://schemas.microsoft.com/office/drawing/2014/main" id="{E4D5F4C5-FFAD-41D1-9E66-8DEA9AE3C68A}"/>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2" name="Freeform: Shape 351">
                <a:extLst>
                  <a:ext uri="{FF2B5EF4-FFF2-40B4-BE49-F238E27FC236}">
                    <a16:creationId xmlns:a16="http://schemas.microsoft.com/office/drawing/2014/main" id="{1B80E2AD-D598-4076-9A70-3FF60D761AAE}"/>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3" name="Freeform: Shape 352">
                <a:extLst>
                  <a:ext uri="{FF2B5EF4-FFF2-40B4-BE49-F238E27FC236}">
                    <a16:creationId xmlns:a16="http://schemas.microsoft.com/office/drawing/2014/main" id="{1E139F40-06E7-4E2F-A479-392BC2D27152}"/>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4" name="Freeform: Shape 353">
                <a:extLst>
                  <a:ext uri="{FF2B5EF4-FFF2-40B4-BE49-F238E27FC236}">
                    <a16:creationId xmlns:a16="http://schemas.microsoft.com/office/drawing/2014/main" id="{57B33B74-723F-44E4-8CF7-F68B6BBEE243}"/>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5" name="Freeform: Shape 354">
                <a:extLst>
                  <a:ext uri="{FF2B5EF4-FFF2-40B4-BE49-F238E27FC236}">
                    <a16:creationId xmlns:a16="http://schemas.microsoft.com/office/drawing/2014/main" id="{3300C380-880A-440E-AD73-941A859A69BF}"/>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6" name="Freeform: Shape 355">
                <a:extLst>
                  <a:ext uri="{FF2B5EF4-FFF2-40B4-BE49-F238E27FC236}">
                    <a16:creationId xmlns:a16="http://schemas.microsoft.com/office/drawing/2014/main" id="{8649CE7C-4F6C-4C19-9A37-881B022144B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7" name="Freeform: Shape 356">
                <a:extLst>
                  <a:ext uri="{FF2B5EF4-FFF2-40B4-BE49-F238E27FC236}">
                    <a16:creationId xmlns:a16="http://schemas.microsoft.com/office/drawing/2014/main" id="{88A320C2-A1D9-4FC0-89CA-B951E12B32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19" name="Graphic 4">
              <a:extLst>
                <a:ext uri="{FF2B5EF4-FFF2-40B4-BE49-F238E27FC236}">
                  <a16:creationId xmlns:a16="http://schemas.microsoft.com/office/drawing/2014/main" id="{723EE676-95B0-40B5-BB3B-183555D2F1A1}"/>
                </a:ext>
              </a:extLst>
            </p:cNvPr>
            <p:cNvGrpSpPr/>
            <p:nvPr/>
          </p:nvGrpSpPr>
          <p:grpSpPr>
            <a:xfrm>
              <a:off x="10154386" y="4452483"/>
              <a:ext cx="1443404" cy="1443418"/>
              <a:chOff x="5734037" y="3067039"/>
              <a:chExt cx="724483" cy="724489"/>
            </a:xfrm>
            <a:grpFill/>
          </p:grpSpPr>
          <p:sp>
            <p:nvSpPr>
              <p:cNvPr id="20" name="Freeform: Shape 19">
                <a:extLst>
                  <a:ext uri="{FF2B5EF4-FFF2-40B4-BE49-F238E27FC236}">
                    <a16:creationId xmlns:a16="http://schemas.microsoft.com/office/drawing/2014/main" id="{13EE9E24-328D-4967-A7D6-9AD696D5C918}"/>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7F066982-3E06-46AC-8C85-3AA30F5EFDB9}"/>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E699AAE6-74C2-4138-8B31-465764562509}"/>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2FB875D4-122F-435D-8C34-5FA4B0BBE08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A1E1023F-42A9-42FC-86FB-4730DD3158D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19FA068-A7DA-424C-81C0-CCA59AFF291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76050C48-FA99-47E4-9729-B386AD54EA47}"/>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 name="Freeform: Shape 26">
                <a:extLst>
                  <a:ext uri="{FF2B5EF4-FFF2-40B4-BE49-F238E27FC236}">
                    <a16:creationId xmlns:a16="http://schemas.microsoft.com/office/drawing/2014/main" id="{A327ECE9-CE51-4C29-9AFB-D740BC96774A}"/>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3314F941-FE16-4684-AD11-40031407E28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A12ED5B2-85E7-4C0F-911D-84166633F6CF}"/>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E16B5A61-8CFF-4FDF-9B21-09C8297A4DAB}"/>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CE0A8595-93E1-4499-86A8-9B43B07C11D1}"/>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2C380735-19C3-47FA-978D-3E990467937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CA6B2F2B-1750-4093-AD58-D2AA9CF8266F}"/>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 name="Freeform: Shape 33">
                <a:extLst>
                  <a:ext uri="{FF2B5EF4-FFF2-40B4-BE49-F238E27FC236}">
                    <a16:creationId xmlns:a16="http://schemas.microsoft.com/office/drawing/2014/main" id="{AB32A52B-3F30-43A0-88FD-9AB3DD78B0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 name="Freeform: Shape 34">
                <a:extLst>
                  <a:ext uri="{FF2B5EF4-FFF2-40B4-BE49-F238E27FC236}">
                    <a16:creationId xmlns:a16="http://schemas.microsoft.com/office/drawing/2014/main" id="{C94B2563-F4BE-4780-ABE8-8359DBB2371F}"/>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372DFDDB-1231-49CA-84CA-E4BE438A318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930DEA24-357A-4CE2-A894-9CC59149E6BB}"/>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5334C62D-A806-464B-86FF-63BA4B4B7DB0}"/>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DC0AE61D-5513-4496-AF95-4F1FA2D368B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D604D00-5107-4CA5-8461-DBF2520C1636}"/>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ABF1B949-6E40-46C3-BCE9-DA2A24C5D2AF}"/>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9C0D9DE4-3D59-4B4F-8054-99080988D42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DF2EC95B-927F-4B94-B878-CD68D0DC4E24}"/>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7001FEFB-AE24-4CF7-8EEF-084BCD466D8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459BD4F3-A5E1-4F7D-A7AB-EF6BED5BE889}"/>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F1687F6E-4940-4782-A3A7-5C9C1552BF4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BEC7FFDC-A904-44D2-8F0B-91A5C76CC514}"/>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EA15C8BC-5975-40E1-A988-EB34FBCF078A}"/>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371BAC0D-2BF9-4781-A7BB-06AA16D0E6C2}"/>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FD04182-650D-498F-A066-FE4C0FA6DA1E}"/>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6E839DFF-01B4-4B5E-9910-024EC8FE1DA7}"/>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0C100C3D-5A4C-4D50-AAEC-07A4457548DE}"/>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C8647050-08AF-4BD8-87C4-CA230312901B}"/>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9A0F33E0-AADA-44E2-A5AC-31DF5EE3D38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32C8FA1D-A02A-4388-9886-69EBC58C077E}"/>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99421FD3-355A-4629-BFAD-527ECD82EE0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7" name="Freeform: Shape 56">
                <a:extLst>
                  <a:ext uri="{FF2B5EF4-FFF2-40B4-BE49-F238E27FC236}">
                    <a16:creationId xmlns:a16="http://schemas.microsoft.com/office/drawing/2014/main" id="{2AB71DCF-EB57-4B33-9FF7-11CA0CB96573}"/>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CE86AA54-A444-4823-A6DC-491E77E34B4A}"/>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9" name="Freeform: Shape 58">
                <a:extLst>
                  <a:ext uri="{FF2B5EF4-FFF2-40B4-BE49-F238E27FC236}">
                    <a16:creationId xmlns:a16="http://schemas.microsoft.com/office/drawing/2014/main" id="{750E2DF6-23A6-4192-BD64-7997AABE595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0" name="Freeform: Shape 59">
                <a:extLst>
                  <a:ext uri="{FF2B5EF4-FFF2-40B4-BE49-F238E27FC236}">
                    <a16:creationId xmlns:a16="http://schemas.microsoft.com/office/drawing/2014/main" id="{DC3D9758-1EA4-43A6-8375-DDED592A9AB6}"/>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1" name="Freeform: Shape 60">
                <a:extLst>
                  <a:ext uri="{FF2B5EF4-FFF2-40B4-BE49-F238E27FC236}">
                    <a16:creationId xmlns:a16="http://schemas.microsoft.com/office/drawing/2014/main" id="{1DFC1416-C64A-4C0B-8898-ABAABA0FCBC2}"/>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2" name="Freeform: Shape 61">
                <a:extLst>
                  <a:ext uri="{FF2B5EF4-FFF2-40B4-BE49-F238E27FC236}">
                    <a16:creationId xmlns:a16="http://schemas.microsoft.com/office/drawing/2014/main" id="{D2A221D1-7EAA-4907-A58E-8E81E7BA4748}"/>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3" name="Freeform: Shape 62">
                <a:extLst>
                  <a:ext uri="{FF2B5EF4-FFF2-40B4-BE49-F238E27FC236}">
                    <a16:creationId xmlns:a16="http://schemas.microsoft.com/office/drawing/2014/main" id="{AAC899B4-B060-44A9-9E5E-60A775CE2D4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4" name="Freeform: Shape 63">
                <a:extLst>
                  <a:ext uri="{FF2B5EF4-FFF2-40B4-BE49-F238E27FC236}">
                    <a16:creationId xmlns:a16="http://schemas.microsoft.com/office/drawing/2014/main" id="{F68A0E9C-6E97-4889-8C4E-1771D6465B4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5" name="Freeform: Shape 64">
                <a:extLst>
                  <a:ext uri="{FF2B5EF4-FFF2-40B4-BE49-F238E27FC236}">
                    <a16:creationId xmlns:a16="http://schemas.microsoft.com/office/drawing/2014/main" id="{D705A29F-351D-4D7D-AB5F-B6A24011D559}"/>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6" name="Freeform: Shape 65">
                <a:extLst>
                  <a:ext uri="{FF2B5EF4-FFF2-40B4-BE49-F238E27FC236}">
                    <a16:creationId xmlns:a16="http://schemas.microsoft.com/office/drawing/2014/main" id="{EC0BB292-2828-40AB-A869-CF6D114F0630}"/>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7" name="Freeform: Shape 66">
                <a:extLst>
                  <a:ext uri="{FF2B5EF4-FFF2-40B4-BE49-F238E27FC236}">
                    <a16:creationId xmlns:a16="http://schemas.microsoft.com/office/drawing/2014/main" id="{78EEFC2A-B463-4C2F-8D33-BA746EEC56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8" name="Freeform: Shape 67">
                <a:extLst>
                  <a:ext uri="{FF2B5EF4-FFF2-40B4-BE49-F238E27FC236}">
                    <a16:creationId xmlns:a16="http://schemas.microsoft.com/office/drawing/2014/main" id="{669784EC-901F-43E1-9785-CA274A2E37AE}"/>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9" name="Freeform: Shape 68">
                <a:extLst>
                  <a:ext uri="{FF2B5EF4-FFF2-40B4-BE49-F238E27FC236}">
                    <a16:creationId xmlns:a16="http://schemas.microsoft.com/office/drawing/2014/main" id="{EA79E5A7-5CA0-40FF-86F1-17C44CDA5EE3}"/>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0" name="Freeform: Shape 69">
                <a:extLst>
                  <a:ext uri="{FF2B5EF4-FFF2-40B4-BE49-F238E27FC236}">
                    <a16:creationId xmlns:a16="http://schemas.microsoft.com/office/drawing/2014/main" id="{CA733E24-831B-4F88-B794-2CBF062D1F3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1" name="Freeform: Shape 70">
                <a:extLst>
                  <a:ext uri="{FF2B5EF4-FFF2-40B4-BE49-F238E27FC236}">
                    <a16:creationId xmlns:a16="http://schemas.microsoft.com/office/drawing/2014/main" id="{6C529298-268D-4F6A-8278-B794C72F612D}"/>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2" name="Freeform: Shape 71">
                <a:extLst>
                  <a:ext uri="{FF2B5EF4-FFF2-40B4-BE49-F238E27FC236}">
                    <a16:creationId xmlns:a16="http://schemas.microsoft.com/office/drawing/2014/main" id="{9025A9CB-F748-49F6-BD88-DACA23F6D574}"/>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3" name="Freeform: Shape 72">
                <a:extLst>
                  <a:ext uri="{FF2B5EF4-FFF2-40B4-BE49-F238E27FC236}">
                    <a16:creationId xmlns:a16="http://schemas.microsoft.com/office/drawing/2014/main" id="{54D26918-0834-40FF-888A-16AB573AB42D}"/>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4" name="Freeform: Shape 73">
                <a:extLst>
                  <a:ext uri="{FF2B5EF4-FFF2-40B4-BE49-F238E27FC236}">
                    <a16:creationId xmlns:a16="http://schemas.microsoft.com/office/drawing/2014/main" id="{3BA0D0AD-9F3E-4A88-AD9A-027E61780550}"/>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5" name="Freeform: Shape 74">
                <a:extLst>
                  <a:ext uri="{FF2B5EF4-FFF2-40B4-BE49-F238E27FC236}">
                    <a16:creationId xmlns:a16="http://schemas.microsoft.com/office/drawing/2014/main" id="{C89DCC43-513D-49FC-AF25-83BBD29B7661}"/>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6" name="Freeform: Shape 75">
                <a:extLst>
                  <a:ext uri="{FF2B5EF4-FFF2-40B4-BE49-F238E27FC236}">
                    <a16:creationId xmlns:a16="http://schemas.microsoft.com/office/drawing/2014/main" id="{AFEAF63A-AFBF-4F67-88D7-ADA3D9E00FC4}"/>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7" name="Freeform: Shape 76">
                <a:extLst>
                  <a:ext uri="{FF2B5EF4-FFF2-40B4-BE49-F238E27FC236}">
                    <a16:creationId xmlns:a16="http://schemas.microsoft.com/office/drawing/2014/main" id="{448DE51B-423E-482E-903E-5139E42BDD4C}"/>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8" name="Freeform: Shape 77">
                <a:extLst>
                  <a:ext uri="{FF2B5EF4-FFF2-40B4-BE49-F238E27FC236}">
                    <a16:creationId xmlns:a16="http://schemas.microsoft.com/office/drawing/2014/main" id="{5449ADB8-318D-4965-814B-D6A13F780F1D}"/>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9" name="Freeform: Shape 78">
                <a:extLst>
                  <a:ext uri="{FF2B5EF4-FFF2-40B4-BE49-F238E27FC236}">
                    <a16:creationId xmlns:a16="http://schemas.microsoft.com/office/drawing/2014/main" id="{FD514D12-AA49-408C-BEE1-BBCF4C036159}"/>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0" name="Freeform: Shape 79">
                <a:extLst>
                  <a:ext uri="{FF2B5EF4-FFF2-40B4-BE49-F238E27FC236}">
                    <a16:creationId xmlns:a16="http://schemas.microsoft.com/office/drawing/2014/main" id="{05A785BE-E570-4DB4-8F7F-0AC9077116D8}"/>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1" name="Freeform: Shape 80">
                <a:extLst>
                  <a:ext uri="{FF2B5EF4-FFF2-40B4-BE49-F238E27FC236}">
                    <a16:creationId xmlns:a16="http://schemas.microsoft.com/office/drawing/2014/main" id="{97E79511-3F2F-4B2E-8830-7B7F555DA83E}"/>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2" name="Freeform: Shape 81">
                <a:extLst>
                  <a:ext uri="{FF2B5EF4-FFF2-40B4-BE49-F238E27FC236}">
                    <a16:creationId xmlns:a16="http://schemas.microsoft.com/office/drawing/2014/main" id="{DB7310B7-0080-4264-91E4-C548107F6D72}"/>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3" name="Freeform: Shape 82">
                <a:extLst>
                  <a:ext uri="{FF2B5EF4-FFF2-40B4-BE49-F238E27FC236}">
                    <a16:creationId xmlns:a16="http://schemas.microsoft.com/office/drawing/2014/main" id="{45FF82DB-4737-404E-9ACA-B19B6A089EA8}"/>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4" name="Freeform: Shape 83">
                <a:extLst>
                  <a:ext uri="{FF2B5EF4-FFF2-40B4-BE49-F238E27FC236}">
                    <a16:creationId xmlns:a16="http://schemas.microsoft.com/office/drawing/2014/main" id="{43A6BFE2-F1B0-4924-9302-9DA895CA44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5" name="Freeform: Shape 84">
                <a:extLst>
                  <a:ext uri="{FF2B5EF4-FFF2-40B4-BE49-F238E27FC236}">
                    <a16:creationId xmlns:a16="http://schemas.microsoft.com/office/drawing/2014/main" id="{9CDDEDDC-F6C4-4D85-8B8D-DA09731DAC62}"/>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6" name="Freeform: Shape 85">
                <a:extLst>
                  <a:ext uri="{FF2B5EF4-FFF2-40B4-BE49-F238E27FC236}">
                    <a16:creationId xmlns:a16="http://schemas.microsoft.com/office/drawing/2014/main" id="{DA23F74A-EE1B-414F-A58F-CB49D8A3292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7" name="Freeform: Shape 86">
                <a:extLst>
                  <a:ext uri="{FF2B5EF4-FFF2-40B4-BE49-F238E27FC236}">
                    <a16:creationId xmlns:a16="http://schemas.microsoft.com/office/drawing/2014/main" id="{56AFD036-E68B-45F9-9B76-E4B3A4B50800}"/>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8" name="Freeform: Shape 87">
                <a:extLst>
                  <a:ext uri="{FF2B5EF4-FFF2-40B4-BE49-F238E27FC236}">
                    <a16:creationId xmlns:a16="http://schemas.microsoft.com/office/drawing/2014/main" id="{2ACC9D1B-CB8B-4193-B702-DA68B92DE9F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9" name="Freeform: Shape 88">
                <a:extLst>
                  <a:ext uri="{FF2B5EF4-FFF2-40B4-BE49-F238E27FC236}">
                    <a16:creationId xmlns:a16="http://schemas.microsoft.com/office/drawing/2014/main" id="{0FBC88AB-930A-4D32-8DB1-82563BFF0EAE}"/>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0" name="Freeform: Shape 89">
                <a:extLst>
                  <a:ext uri="{FF2B5EF4-FFF2-40B4-BE49-F238E27FC236}">
                    <a16:creationId xmlns:a16="http://schemas.microsoft.com/office/drawing/2014/main" id="{74274EB1-FC6D-4C4D-965D-DEBA4589221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1" name="Freeform: Shape 90">
                <a:extLst>
                  <a:ext uri="{FF2B5EF4-FFF2-40B4-BE49-F238E27FC236}">
                    <a16:creationId xmlns:a16="http://schemas.microsoft.com/office/drawing/2014/main" id="{FE4E35D8-7704-40DC-A190-5B4E8BE44974}"/>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2" name="Freeform: Shape 91">
                <a:extLst>
                  <a:ext uri="{FF2B5EF4-FFF2-40B4-BE49-F238E27FC236}">
                    <a16:creationId xmlns:a16="http://schemas.microsoft.com/office/drawing/2014/main" id="{EDB1E803-1D4D-4912-BA76-9EF947E19AF0}"/>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3" name="Freeform: Shape 92">
                <a:extLst>
                  <a:ext uri="{FF2B5EF4-FFF2-40B4-BE49-F238E27FC236}">
                    <a16:creationId xmlns:a16="http://schemas.microsoft.com/office/drawing/2014/main" id="{7E241842-A248-438B-B3B4-37A05240BCBE}"/>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4" name="Freeform: Shape 93">
                <a:extLst>
                  <a:ext uri="{FF2B5EF4-FFF2-40B4-BE49-F238E27FC236}">
                    <a16:creationId xmlns:a16="http://schemas.microsoft.com/office/drawing/2014/main" id="{C6E092F6-1BFE-4656-9029-9A2EEE8F79FD}"/>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5" name="Freeform: Shape 94">
                <a:extLst>
                  <a:ext uri="{FF2B5EF4-FFF2-40B4-BE49-F238E27FC236}">
                    <a16:creationId xmlns:a16="http://schemas.microsoft.com/office/drawing/2014/main" id="{F4A890A0-353B-4CBB-8FD1-059BE94011AD}"/>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6" name="Freeform: Shape 95">
                <a:extLst>
                  <a:ext uri="{FF2B5EF4-FFF2-40B4-BE49-F238E27FC236}">
                    <a16:creationId xmlns:a16="http://schemas.microsoft.com/office/drawing/2014/main" id="{6EFA174A-A4E5-4264-BD07-007305986AAF}"/>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7" name="Freeform: Shape 96">
                <a:extLst>
                  <a:ext uri="{FF2B5EF4-FFF2-40B4-BE49-F238E27FC236}">
                    <a16:creationId xmlns:a16="http://schemas.microsoft.com/office/drawing/2014/main" id="{3FBAD25F-2FFC-4CEC-9B8A-5ED34707E666}"/>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8" name="Freeform: Shape 97">
                <a:extLst>
                  <a:ext uri="{FF2B5EF4-FFF2-40B4-BE49-F238E27FC236}">
                    <a16:creationId xmlns:a16="http://schemas.microsoft.com/office/drawing/2014/main" id="{342EF4A1-21C1-45D4-B700-6EA4BF21BE0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9" name="Freeform: Shape 98">
                <a:extLst>
                  <a:ext uri="{FF2B5EF4-FFF2-40B4-BE49-F238E27FC236}">
                    <a16:creationId xmlns:a16="http://schemas.microsoft.com/office/drawing/2014/main" id="{B2CCF840-70EA-4C9C-848E-B27B79A75DB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0" name="Freeform: Shape 99">
                <a:extLst>
                  <a:ext uri="{FF2B5EF4-FFF2-40B4-BE49-F238E27FC236}">
                    <a16:creationId xmlns:a16="http://schemas.microsoft.com/office/drawing/2014/main" id="{8E311D1C-5934-4C97-809E-E996B3845BA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1" name="Freeform: Shape 100">
                <a:extLst>
                  <a:ext uri="{FF2B5EF4-FFF2-40B4-BE49-F238E27FC236}">
                    <a16:creationId xmlns:a16="http://schemas.microsoft.com/office/drawing/2014/main" id="{B13F883A-929B-46F7-A9A8-547ACE9C0471}"/>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2" name="Freeform: Shape 101">
                <a:extLst>
                  <a:ext uri="{FF2B5EF4-FFF2-40B4-BE49-F238E27FC236}">
                    <a16:creationId xmlns:a16="http://schemas.microsoft.com/office/drawing/2014/main" id="{16D72D9D-260C-42C4-B864-6AFFB236A12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3" name="Freeform: Shape 102">
                <a:extLst>
                  <a:ext uri="{FF2B5EF4-FFF2-40B4-BE49-F238E27FC236}">
                    <a16:creationId xmlns:a16="http://schemas.microsoft.com/office/drawing/2014/main" id="{57F62680-33C3-4510-A3B0-40F179FCEF84}"/>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4" name="Freeform: Shape 103">
                <a:extLst>
                  <a:ext uri="{FF2B5EF4-FFF2-40B4-BE49-F238E27FC236}">
                    <a16:creationId xmlns:a16="http://schemas.microsoft.com/office/drawing/2014/main" id="{8C3F6DBC-3B3A-429F-A49A-485EF9960069}"/>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5" name="Freeform: Shape 104">
                <a:extLst>
                  <a:ext uri="{FF2B5EF4-FFF2-40B4-BE49-F238E27FC236}">
                    <a16:creationId xmlns:a16="http://schemas.microsoft.com/office/drawing/2014/main" id="{09CFDDBA-E518-4324-B18A-EF6E4B50B84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6" name="Freeform: Shape 105">
                <a:extLst>
                  <a:ext uri="{FF2B5EF4-FFF2-40B4-BE49-F238E27FC236}">
                    <a16:creationId xmlns:a16="http://schemas.microsoft.com/office/drawing/2014/main" id="{C8579CBC-E6AF-4829-AA1D-7B277821341A}"/>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7" name="Freeform: Shape 106">
                <a:extLst>
                  <a:ext uri="{FF2B5EF4-FFF2-40B4-BE49-F238E27FC236}">
                    <a16:creationId xmlns:a16="http://schemas.microsoft.com/office/drawing/2014/main" id="{F4F87C77-9949-468A-9B86-3D4A3CB1D080}"/>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8" name="Freeform: Shape 107">
                <a:extLst>
                  <a:ext uri="{FF2B5EF4-FFF2-40B4-BE49-F238E27FC236}">
                    <a16:creationId xmlns:a16="http://schemas.microsoft.com/office/drawing/2014/main" id="{C0DAD71F-08D6-41FB-93B2-448EB15BCB30}"/>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9" name="Freeform: Shape 108">
                <a:extLst>
                  <a:ext uri="{FF2B5EF4-FFF2-40B4-BE49-F238E27FC236}">
                    <a16:creationId xmlns:a16="http://schemas.microsoft.com/office/drawing/2014/main" id="{BFE5B582-FC98-4E72-9AFF-067166B7935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0" name="Freeform: Shape 109">
                <a:extLst>
                  <a:ext uri="{FF2B5EF4-FFF2-40B4-BE49-F238E27FC236}">
                    <a16:creationId xmlns:a16="http://schemas.microsoft.com/office/drawing/2014/main" id="{AA87FE08-67A7-40C4-BA28-5C87D875EB1A}"/>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1" name="Freeform: Shape 110">
                <a:extLst>
                  <a:ext uri="{FF2B5EF4-FFF2-40B4-BE49-F238E27FC236}">
                    <a16:creationId xmlns:a16="http://schemas.microsoft.com/office/drawing/2014/main" id="{601F8489-E1AB-4730-8A77-EFF164E47BCC}"/>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2" name="Freeform: Shape 111">
                <a:extLst>
                  <a:ext uri="{FF2B5EF4-FFF2-40B4-BE49-F238E27FC236}">
                    <a16:creationId xmlns:a16="http://schemas.microsoft.com/office/drawing/2014/main" id="{D3E2442A-D936-4EBA-A666-6E82DB2DA28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3" name="Freeform: Shape 112">
                <a:extLst>
                  <a:ext uri="{FF2B5EF4-FFF2-40B4-BE49-F238E27FC236}">
                    <a16:creationId xmlns:a16="http://schemas.microsoft.com/office/drawing/2014/main" id="{2E891E37-78A2-43D1-99C0-5F53AC4AD9D4}"/>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4" name="Freeform: Shape 113">
                <a:extLst>
                  <a:ext uri="{FF2B5EF4-FFF2-40B4-BE49-F238E27FC236}">
                    <a16:creationId xmlns:a16="http://schemas.microsoft.com/office/drawing/2014/main" id="{FF5FE9C1-0A9F-4E0A-8F9E-3EF3223F9E0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5" name="Freeform: Shape 114">
                <a:extLst>
                  <a:ext uri="{FF2B5EF4-FFF2-40B4-BE49-F238E27FC236}">
                    <a16:creationId xmlns:a16="http://schemas.microsoft.com/office/drawing/2014/main" id="{57C2FED7-F344-47E5-BB1E-E7CB26B335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6" name="Freeform: Shape 115">
                <a:extLst>
                  <a:ext uri="{FF2B5EF4-FFF2-40B4-BE49-F238E27FC236}">
                    <a16:creationId xmlns:a16="http://schemas.microsoft.com/office/drawing/2014/main" id="{C95DD38F-B4B9-40A1-B7BD-EDF00AFD64F9}"/>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7" name="Freeform: Shape 116">
                <a:extLst>
                  <a:ext uri="{FF2B5EF4-FFF2-40B4-BE49-F238E27FC236}">
                    <a16:creationId xmlns:a16="http://schemas.microsoft.com/office/drawing/2014/main" id="{B1334E03-6B96-4D5A-8314-2AAB15396089}"/>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8" name="Freeform: Shape 117">
                <a:extLst>
                  <a:ext uri="{FF2B5EF4-FFF2-40B4-BE49-F238E27FC236}">
                    <a16:creationId xmlns:a16="http://schemas.microsoft.com/office/drawing/2014/main" id="{59EFDAF0-6330-4D40-B4E4-57C5891A998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9" name="Freeform: Shape 118">
                <a:extLst>
                  <a:ext uri="{FF2B5EF4-FFF2-40B4-BE49-F238E27FC236}">
                    <a16:creationId xmlns:a16="http://schemas.microsoft.com/office/drawing/2014/main" id="{6EDDC210-93CC-4464-BDA2-3CC18C0C693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0" name="Freeform: Shape 119">
                <a:extLst>
                  <a:ext uri="{FF2B5EF4-FFF2-40B4-BE49-F238E27FC236}">
                    <a16:creationId xmlns:a16="http://schemas.microsoft.com/office/drawing/2014/main" id="{9E521203-1A0B-470B-B729-1B8B0AFF5A39}"/>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1" name="Freeform: Shape 120">
                <a:extLst>
                  <a:ext uri="{FF2B5EF4-FFF2-40B4-BE49-F238E27FC236}">
                    <a16:creationId xmlns:a16="http://schemas.microsoft.com/office/drawing/2014/main" id="{091C18AB-4BE0-4C09-ABC6-05334DF7826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2" name="Freeform: Shape 121">
                <a:extLst>
                  <a:ext uri="{FF2B5EF4-FFF2-40B4-BE49-F238E27FC236}">
                    <a16:creationId xmlns:a16="http://schemas.microsoft.com/office/drawing/2014/main" id="{4EA1AE17-D725-411E-AFAC-60B5A959DF4E}"/>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3" name="Freeform: Shape 122">
                <a:extLst>
                  <a:ext uri="{FF2B5EF4-FFF2-40B4-BE49-F238E27FC236}">
                    <a16:creationId xmlns:a16="http://schemas.microsoft.com/office/drawing/2014/main" id="{6D6D2AB0-DEA8-4510-96C2-B8547E8A7DD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4" name="Freeform: Shape 123">
                <a:extLst>
                  <a:ext uri="{FF2B5EF4-FFF2-40B4-BE49-F238E27FC236}">
                    <a16:creationId xmlns:a16="http://schemas.microsoft.com/office/drawing/2014/main" id="{5D2C70B9-3A29-4A3F-B9E2-02A556FB509F}"/>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5" name="Freeform: Shape 124">
                <a:extLst>
                  <a:ext uri="{FF2B5EF4-FFF2-40B4-BE49-F238E27FC236}">
                    <a16:creationId xmlns:a16="http://schemas.microsoft.com/office/drawing/2014/main" id="{B7B5EA85-B9B6-47B1-9156-980D6B0EE59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6" name="Freeform: Shape 125">
                <a:extLst>
                  <a:ext uri="{FF2B5EF4-FFF2-40B4-BE49-F238E27FC236}">
                    <a16:creationId xmlns:a16="http://schemas.microsoft.com/office/drawing/2014/main" id="{2C8DB9BF-A31E-45AC-8271-73868A63504C}"/>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7" name="Freeform: Shape 126">
                <a:extLst>
                  <a:ext uri="{FF2B5EF4-FFF2-40B4-BE49-F238E27FC236}">
                    <a16:creationId xmlns:a16="http://schemas.microsoft.com/office/drawing/2014/main" id="{3F5BC346-9C8F-4FC2-884E-BC40B09E946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8" name="Freeform: Shape 127">
                <a:extLst>
                  <a:ext uri="{FF2B5EF4-FFF2-40B4-BE49-F238E27FC236}">
                    <a16:creationId xmlns:a16="http://schemas.microsoft.com/office/drawing/2014/main" id="{4E18F1FE-B933-45C8-9F4F-53DCCC1FA2CA}"/>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9" name="Freeform: Shape 128">
                <a:extLst>
                  <a:ext uri="{FF2B5EF4-FFF2-40B4-BE49-F238E27FC236}">
                    <a16:creationId xmlns:a16="http://schemas.microsoft.com/office/drawing/2014/main" id="{8CF9F0AF-3E92-4593-88F2-0A9691F8FEA5}"/>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0" name="Freeform: Shape 129">
                <a:extLst>
                  <a:ext uri="{FF2B5EF4-FFF2-40B4-BE49-F238E27FC236}">
                    <a16:creationId xmlns:a16="http://schemas.microsoft.com/office/drawing/2014/main" id="{5F8E407F-7C3D-4C6D-A845-CE6C18A4E19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1" name="Freeform: Shape 130">
                <a:extLst>
                  <a:ext uri="{FF2B5EF4-FFF2-40B4-BE49-F238E27FC236}">
                    <a16:creationId xmlns:a16="http://schemas.microsoft.com/office/drawing/2014/main" id="{65B86F18-3F82-406B-A6B8-73508323F5B1}"/>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2" name="Freeform: Shape 131">
                <a:extLst>
                  <a:ext uri="{FF2B5EF4-FFF2-40B4-BE49-F238E27FC236}">
                    <a16:creationId xmlns:a16="http://schemas.microsoft.com/office/drawing/2014/main" id="{282DBE01-A20A-44FA-B824-6B6AE5B47541}"/>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3" name="Freeform: Shape 132">
                <a:extLst>
                  <a:ext uri="{FF2B5EF4-FFF2-40B4-BE49-F238E27FC236}">
                    <a16:creationId xmlns:a16="http://schemas.microsoft.com/office/drawing/2014/main" id="{525BA03A-821A-451C-974A-5BC54F600152}"/>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4" name="Freeform: Shape 133">
                <a:extLst>
                  <a:ext uri="{FF2B5EF4-FFF2-40B4-BE49-F238E27FC236}">
                    <a16:creationId xmlns:a16="http://schemas.microsoft.com/office/drawing/2014/main" id="{C4A1A8AE-42A8-458F-9647-2B1E0080C328}"/>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5" name="Freeform: Shape 134">
                <a:extLst>
                  <a:ext uri="{FF2B5EF4-FFF2-40B4-BE49-F238E27FC236}">
                    <a16:creationId xmlns:a16="http://schemas.microsoft.com/office/drawing/2014/main" id="{1061C57A-74C4-42DF-837D-4BD2480F5637}"/>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6" name="Freeform: Shape 135">
                <a:extLst>
                  <a:ext uri="{FF2B5EF4-FFF2-40B4-BE49-F238E27FC236}">
                    <a16:creationId xmlns:a16="http://schemas.microsoft.com/office/drawing/2014/main" id="{2E72CD8D-308B-4DA6-A9E9-29C5289A64A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7" name="Freeform: Shape 136">
                <a:extLst>
                  <a:ext uri="{FF2B5EF4-FFF2-40B4-BE49-F238E27FC236}">
                    <a16:creationId xmlns:a16="http://schemas.microsoft.com/office/drawing/2014/main" id="{67DA1353-3400-4417-AE74-101830D9130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8" name="Freeform: Shape 137">
                <a:extLst>
                  <a:ext uri="{FF2B5EF4-FFF2-40B4-BE49-F238E27FC236}">
                    <a16:creationId xmlns:a16="http://schemas.microsoft.com/office/drawing/2014/main" id="{780402F0-99E7-4BC1-8B33-8C28B061254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9" name="Freeform: Shape 138">
                <a:extLst>
                  <a:ext uri="{FF2B5EF4-FFF2-40B4-BE49-F238E27FC236}">
                    <a16:creationId xmlns:a16="http://schemas.microsoft.com/office/drawing/2014/main" id="{D8F0B222-EDEC-4F73-BFBF-EEF77FCEFE6D}"/>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0" name="Freeform: Shape 139">
                <a:extLst>
                  <a:ext uri="{FF2B5EF4-FFF2-40B4-BE49-F238E27FC236}">
                    <a16:creationId xmlns:a16="http://schemas.microsoft.com/office/drawing/2014/main" id="{99DFF4C5-2EF0-4C23-99F5-6FBA3C2FDECA}"/>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1" name="Freeform: Shape 140">
                <a:extLst>
                  <a:ext uri="{FF2B5EF4-FFF2-40B4-BE49-F238E27FC236}">
                    <a16:creationId xmlns:a16="http://schemas.microsoft.com/office/drawing/2014/main" id="{42099B1E-BE83-48FA-A883-6B86E3781583}"/>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2" name="Freeform: Shape 141">
                <a:extLst>
                  <a:ext uri="{FF2B5EF4-FFF2-40B4-BE49-F238E27FC236}">
                    <a16:creationId xmlns:a16="http://schemas.microsoft.com/office/drawing/2014/main" id="{0642570B-F261-403D-8AE5-755725C5C68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3" name="Freeform: Shape 142">
                <a:extLst>
                  <a:ext uri="{FF2B5EF4-FFF2-40B4-BE49-F238E27FC236}">
                    <a16:creationId xmlns:a16="http://schemas.microsoft.com/office/drawing/2014/main" id="{0289D3E0-1FCD-421F-B82C-57D48531197C}"/>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4" name="Freeform: Shape 143">
                <a:extLst>
                  <a:ext uri="{FF2B5EF4-FFF2-40B4-BE49-F238E27FC236}">
                    <a16:creationId xmlns:a16="http://schemas.microsoft.com/office/drawing/2014/main" id="{B0CDB835-A9B8-4DD1-8E4A-94CB352EBA4C}"/>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5" name="Freeform: Shape 144">
                <a:extLst>
                  <a:ext uri="{FF2B5EF4-FFF2-40B4-BE49-F238E27FC236}">
                    <a16:creationId xmlns:a16="http://schemas.microsoft.com/office/drawing/2014/main" id="{A959ACD8-7B03-425E-A568-DD933FE53D29}"/>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6" name="Freeform: Shape 145">
                <a:extLst>
                  <a:ext uri="{FF2B5EF4-FFF2-40B4-BE49-F238E27FC236}">
                    <a16:creationId xmlns:a16="http://schemas.microsoft.com/office/drawing/2014/main" id="{C1417EAD-6931-45DD-A71C-649A3A1E174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7" name="Freeform: Shape 146">
                <a:extLst>
                  <a:ext uri="{FF2B5EF4-FFF2-40B4-BE49-F238E27FC236}">
                    <a16:creationId xmlns:a16="http://schemas.microsoft.com/office/drawing/2014/main" id="{3F8F5897-91C8-4949-B3E2-08E8C4D10561}"/>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8" name="Freeform: Shape 147">
                <a:extLst>
                  <a:ext uri="{FF2B5EF4-FFF2-40B4-BE49-F238E27FC236}">
                    <a16:creationId xmlns:a16="http://schemas.microsoft.com/office/drawing/2014/main" id="{818AF2B2-848E-432A-853D-4171DB436AB9}"/>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9" name="Freeform: Shape 148">
                <a:extLst>
                  <a:ext uri="{FF2B5EF4-FFF2-40B4-BE49-F238E27FC236}">
                    <a16:creationId xmlns:a16="http://schemas.microsoft.com/office/drawing/2014/main" id="{A95D8E15-C401-4021-A442-B2B29505E22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0" name="Freeform: Shape 149">
                <a:extLst>
                  <a:ext uri="{FF2B5EF4-FFF2-40B4-BE49-F238E27FC236}">
                    <a16:creationId xmlns:a16="http://schemas.microsoft.com/office/drawing/2014/main" id="{91B6E7C4-CA47-4FE7-84A9-629E655725F3}"/>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1" name="Freeform: Shape 150">
                <a:extLst>
                  <a:ext uri="{FF2B5EF4-FFF2-40B4-BE49-F238E27FC236}">
                    <a16:creationId xmlns:a16="http://schemas.microsoft.com/office/drawing/2014/main" id="{AD49B82B-2837-42BA-9DE4-DF33E912C8C5}"/>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2" name="Freeform: Shape 151">
                <a:extLst>
                  <a:ext uri="{FF2B5EF4-FFF2-40B4-BE49-F238E27FC236}">
                    <a16:creationId xmlns:a16="http://schemas.microsoft.com/office/drawing/2014/main" id="{173AEBBC-7300-434A-90D2-797E21B1434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3" name="Freeform: Shape 152">
                <a:extLst>
                  <a:ext uri="{FF2B5EF4-FFF2-40B4-BE49-F238E27FC236}">
                    <a16:creationId xmlns:a16="http://schemas.microsoft.com/office/drawing/2014/main" id="{079F400B-1FBB-4723-AE19-B242DD4F5F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4" name="Freeform: Shape 153">
                <a:extLst>
                  <a:ext uri="{FF2B5EF4-FFF2-40B4-BE49-F238E27FC236}">
                    <a16:creationId xmlns:a16="http://schemas.microsoft.com/office/drawing/2014/main" id="{F3220893-28AF-4796-89C4-497A3E0F7375}"/>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5" name="Freeform: Shape 154">
                <a:extLst>
                  <a:ext uri="{FF2B5EF4-FFF2-40B4-BE49-F238E27FC236}">
                    <a16:creationId xmlns:a16="http://schemas.microsoft.com/office/drawing/2014/main" id="{E37B6154-8BF3-4B1F-8CE6-4E1F92E2A75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6" name="Freeform: Shape 155">
                <a:extLst>
                  <a:ext uri="{FF2B5EF4-FFF2-40B4-BE49-F238E27FC236}">
                    <a16:creationId xmlns:a16="http://schemas.microsoft.com/office/drawing/2014/main" id="{AF054118-31C5-405F-98FD-C52552668115}"/>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7" name="Freeform: Shape 156">
                <a:extLst>
                  <a:ext uri="{FF2B5EF4-FFF2-40B4-BE49-F238E27FC236}">
                    <a16:creationId xmlns:a16="http://schemas.microsoft.com/office/drawing/2014/main" id="{BC580ECA-94B5-4EEE-8B3E-D13068010A8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8" name="Freeform: Shape 157">
                <a:extLst>
                  <a:ext uri="{FF2B5EF4-FFF2-40B4-BE49-F238E27FC236}">
                    <a16:creationId xmlns:a16="http://schemas.microsoft.com/office/drawing/2014/main" id="{B5EC5FD6-0D19-498D-BDFC-1C65B1405374}"/>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9" name="Freeform: Shape 158">
                <a:extLst>
                  <a:ext uri="{FF2B5EF4-FFF2-40B4-BE49-F238E27FC236}">
                    <a16:creationId xmlns:a16="http://schemas.microsoft.com/office/drawing/2014/main" id="{1F47A1FC-F8D5-4DF4-B1D1-0B0F9CD2BD6C}"/>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0" name="Freeform: Shape 159">
                <a:extLst>
                  <a:ext uri="{FF2B5EF4-FFF2-40B4-BE49-F238E27FC236}">
                    <a16:creationId xmlns:a16="http://schemas.microsoft.com/office/drawing/2014/main" id="{503D5622-B726-487F-B57C-23162F37592D}"/>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1" name="Freeform: Shape 160">
                <a:extLst>
                  <a:ext uri="{FF2B5EF4-FFF2-40B4-BE49-F238E27FC236}">
                    <a16:creationId xmlns:a16="http://schemas.microsoft.com/office/drawing/2014/main" id="{25E5A90C-2EF7-4B6F-A358-5BB4E600DD66}"/>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2" name="Freeform: Shape 161">
                <a:extLst>
                  <a:ext uri="{FF2B5EF4-FFF2-40B4-BE49-F238E27FC236}">
                    <a16:creationId xmlns:a16="http://schemas.microsoft.com/office/drawing/2014/main" id="{302D610A-8A29-4084-9D8E-4D2CC0453FA3}"/>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3" name="Freeform: Shape 162">
                <a:extLst>
                  <a:ext uri="{FF2B5EF4-FFF2-40B4-BE49-F238E27FC236}">
                    <a16:creationId xmlns:a16="http://schemas.microsoft.com/office/drawing/2014/main" id="{4512BE54-08BA-409A-9F16-0B3A63534F2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4" name="Freeform: Shape 163">
                <a:extLst>
                  <a:ext uri="{FF2B5EF4-FFF2-40B4-BE49-F238E27FC236}">
                    <a16:creationId xmlns:a16="http://schemas.microsoft.com/office/drawing/2014/main" id="{21517A1B-623C-4FB6-A8DE-C70DE126139A}"/>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5" name="Freeform: Shape 164">
                <a:extLst>
                  <a:ext uri="{FF2B5EF4-FFF2-40B4-BE49-F238E27FC236}">
                    <a16:creationId xmlns:a16="http://schemas.microsoft.com/office/drawing/2014/main" id="{8F788AA1-211E-4C56-B36D-9863A62BC9E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6" name="Freeform: Shape 165">
                <a:extLst>
                  <a:ext uri="{FF2B5EF4-FFF2-40B4-BE49-F238E27FC236}">
                    <a16:creationId xmlns:a16="http://schemas.microsoft.com/office/drawing/2014/main" id="{8B12D240-C258-4FE9-A423-E46A6773F17B}"/>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7" name="Freeform: Shape 166">
                <a:extLst>
                  <a:ext uri="{FF2B5EF4-FFF2-40B4-BE49-F238E27FC236}">
                    <a16:creationId xmlns:a16="http://schemas.microsoft.com/office/drawing/2014/main" id="{1A0AAA9A-6C12-4257-AC9C-FBFA0F0EEE0F}"/>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8" name="Freeform: Shape 167">
                <a:extLst>
                  <a:ext uri="{FF2B5EF4-FFF2-40B4-BE49-F238E27FC236}">
                    <a16:creationId xmlns:a16="http://schemas.microsoft.com/office/drawing/2014/main" id="{61819836-2D65-4DA6-B1B2-20437FAD689A}"/>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9" name="Freeform: Shape 168">
                <a:extLst>
                  <a:ext uri="{FF2B5EF4-FFF2-40B4-BE49-F238E27FC236}">
                    <a16:creationId xmlns:a16="http://schemas.microsoft.com/office/drawing/2014/main" id="{F89C4CF7-D75F-44C1-BC4D-DE7AA1E0D642}"/>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0" name="Freeform: Shape 169">
                <a:extLst>
                  <a:ext uri="{FF2B5EF4-FFF2-40B4-BE49-F238E27FC236}">
                    <a16:creationId xmlns:a16="http://schemas.microsoft.com/office/drawing/2014/main" id="{A00CB392-768D-49BF-BA72-092945C55AC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1" name="Freeform: Shape 170">
                <a:extLst>
                  <a:ext uri="{FF2B5EF4-FFF2-40B4-BE49-F238E27FC236}">
                    <a16:creationId xmlns:a16="http://schemas.microsoft.com/office/drawing/2014/main" id="{CF276FAA-41F5-4B48-9482-8481D80FD916}"/>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2" name="Freeform: Shape 171">
                <a:extLst>
                  <a:ext uri="{FF2B5EF4-FFF2-40B4-BE49-F238E27FC236}">
                    <a16:creationId xmlns:a16="http://schemas.microsoft.com/office/drawing/2014/main" id="{B023AAE1-1E09-438C-94E4-1AA2E1261749}"/>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3" name="Freeform: Shape 172">
                <a:extLst>
                  <a:ext uri="{FF2B5EF4-FFF2-40B4-BE49-F238E27FC236}">
                    <a16:creationId xmlns:a16="http://schemas.microsoft.com/office/drawing/2014/main" id="{6AF45571-CE43-461D-A8D7-2B47BADAC7A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4" name="Freeform: Shape 173">
                <a:extLst>
                  <a:ext uri="{FF2B5EF4-FFF2-40B4-BE49-F238E27FC236}">
                    <a16:creationId xmlns:a16="http://schemas.microsoft.com/office/drawing/2014/main" id="{D5EB8CB6-6D13-433E-A200-C3F33606CBA0}"/>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5" name="Freeform: Shape 174">
                <a:extLst>
                  <a:ext uri="{FF2B5EF4-FFF2-40B4-BE49-F238E27FC236}">
                    <a16:creationId xmlns:a16="http://schemas.microsoft.com/office/drawing/2014/main" id="{F97E0D79-0FE9-4E61-B180-D44663AE43F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6" name="Freeform: Shape 175">
                <a:extLst>
                  <a:ext uri="{FF2B5EF4-FFF2-40B4-BE49-F238E27FC236}">
                    <a16:creationId xmlns:a16="http://schemas.microsoft.com/office/drawing/2014/main" id="{0E7A30CB-3A49-440A-8BFF-DDECDE64AFB9}"/>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2C9C1DFA-72DD-49AD-8233-893910818926}"/>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1E06A40-B44B-42D2-8166-86EA7127713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AAD1390C-B164-4DA1-8585-4920E900C857}"/>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6E37C65D-A0AE-4C3D-871A-FC32207011DF}"/>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0F946D8A-AA88-4AD8-8CFC-060E4352D7C7}"/>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26C69E7E-139D-4304-9A47-E443E0325007}"/>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643619BB-998A-4688-9EA8-E1A29493B65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CA567F32-881E-43C4-BBB0-CDDAFDD276A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D1E4C6D4-84CE-4DDC-AC0F-FEDBD9A4BC7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0A2F5831-8F83-4A7E-8185-CA727AF7CAA1}"/>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33B1C91A-AFEE-4375-83C7-8C346ECB6CB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8F328456-0E85-48D3-820F-81CCF861C7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spTree>
    <p:extLst>
      <p:ext uri="{BB962C8B-B14F-4D97-AF65-F5344CB8AC3E}">
        <p14:creationId xmlns:p14="http://schemas.microsoft.com/office/powerpoint/2010/main" val="30507052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9B6909CF-743B-4DF1-8060-7377C3B0EC96}"/>
              </a:ext>
              <a:ext uri="{C183D7F6-B498-43B3-948B-1728B52AA6E4}">
                <adec:decorative xmlns:adec="http://schemas.microsoft.com/office/drawing/2017/decorative" val="1"/>
              </a:ext>
            </a:extLst>
          </p:cNvPr>
          <p:cNvSpPr/>
          <p:nvPr userDrawn="1"/>
        </p:nvSpPr>
        <p:spPr>
          <a:xfrm>
            <a:off x="1408103" y="-15159"/>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38" name="Group 37">
            <a:extLst>
              <a:ext uri="{FF2B5EF4-FFF2-40B4-BE49-F238E27FC236}">
                <a16:creationId xmlns:a16="http://schemas.microsoft.com/office/drawing/2014/main" id="{5525794F-443C-40B3-AC9C-14F574B044C9}"/>
              </a:ext>
              <a:ext uri="{C183D7F6-B498-43B3-948B-1728B52AA6E4}">
                <adec:decorative xmlns:adec="http://schemas.microsoft.com/office/drawing/2017/decorative" val="1"/>
              </a:ext>
            </a:extLst>
          </p:cNvPr>
          <p:cNvGrpSpPr/>
          <p:nvPr userDrawn="1"/>
        </p:nvGrpSpPr>
        <p:grpSpPr>
          <a:xfrm>
            <a:off x="0" y="1479558"/>
            <a:ext cx="1861854" cy="717514"/>
            <a:chOff x="0" y="1479558"/>
            <a:chExt cx="1861854" cy="717514"/>
          </a:xfrm>
          <a:solidFill>
            <a:schemeClr val="tx1"/>
          </a:solidFill>
        </p:grpSpPr>
        <p:sp>
          <p:nvSpPr>
            <p:cNvPr id="39" name="Freeform: Shape 38">
              <a:extLst>
                <a:ext uri="{FF2B5EF4-FFF2-40B4-BE49-F238E27FC236}">
                  <a16:creationId xmlns:a16="http://schemas.microsoft.com/office/drawing/2014/main" id="{D60C3E59-61BE-442E-9897-D92166F40D31}"/>
                </a:ext>
              </a:extLst>
            </p:cNvPr>
            <p:cNvSpPr/>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12C7B4DA-5162-484A-9B4D-A784EF13976B}"/>
                </a:ext>
              </a:extLst>
            </p:cNvPr>
            <p:cNvSpPr/>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1" name="Freeform: Shape 40">
            <a:extLst>
              <a:ext uri="{FF2B5EF4-FFF2-40B4-BE49-F238E27FC236}">
                <a16:creationId xmlns:a16="http://schemas.microsoft.com/office/drawing/2014/main" id="{1E3F66BB-BDA3-4747-BDE0-3D814CBE5AF5}"/>
              </a:ext>
              <a:ext uri="{C183D7F6-B498-43B3-948B-1728B52AA6E4}">
                <adec:decorative xmlns:adec="http://schemas.microsoft.com/office/drawing/2017/decorative" val="1"/>
              </a:ext>
            </a:extLst>
          </p:cNvPr>
          <p:cNvSpPr/>
          <p:nvPr userDrawn="1"/>
        </p:nvSpPr>
        <p:spPr>
          <a:xfrm>
            <a:off x="1417246" y="-12193"/>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useBgFill="1">
        <p:nvSpPr>
          <p:cNvPr id="42" name="Freeform: Shape 41">
            <a:extLst>
              <a:ext uri="{FF2B5EF4-FFF2-40B4-BE49-F238E27FC236}">
                <a16:creationId xmlns:a16="http://schemas.microsoft.com/office/drawing/2014/main" id="{FA21FCC9-56C2-419C-BADF-9C928DDAD289}"/>
              </a:ext>
              <a:ext uri="{C183D7F6-B498-43B3-948B-1728B52AA6E4}">
                <adec:decorative xmlns:adec="http://schemas.microsoft.com/office/drawing/2017/decorative" val="1"/>
              </a:ext>
            </a:extLst>
          </p:cNvPr>
          <p:cNvSpPr/>
          <p:nvPr userDrawn="1"/>
        </p:nvSpPr>
        <p:spPr>
          <a:xfrm>
            <a:off x="1305243" y="-12192"/>
            <a:ext cx="4902678" cy="4544235"/>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3" name="Title 1">
            <a:extLst>
              <a:ext uri="{FF2B5EF4-FFF2-40B4-BE49-F238E27FC236}">
                <a16:creationId xmlns:a16="http://schemas.microsoft.com/office/drawing/2014/main" id="{464FCAEB-7D76-4806-B8EA-F97A887CED73}"/>
              </a:ext>
            </a:extLst>
          </p:cNvPr>
          <p:cNvSpPr>
            <a:spLocks noGrp="1"/>
          </p:cNvSpPr>
          <p:nvPr>
            <p:ph type="ctrTitle" hasCustomPrompt="1"/>
          </p:nvPr>
        </p:nvSpPr>
        <p:spPr>
          <a:xfrm>
            <a:off x="1760765" y="324937"/>
            <a:ext cx="4024032" cy="2885715"/>
          </a:xfrm>
        </p:spPr>
        <p:txBody>
          <a:bodyPr/>
          <a:lstStyle>
            <a:lvl1pPr algn="ctr">
              <a:defRPr sz="6000" b="1" spc="1500" baseline="0"/>
            </a:lvl1pPr>
          </a:lstStyle>
          <a:p>
            <a:r>
              <a:rPr lang="en-US"/>
              <a:t>CLICK</a:t>
            </a:r>
            <a:br>
              <a:rPr lang="en-US"/>
            </a:br>
            <a:r>
              <a:rPr lang="en-US"/>
              <a:t>TO ADD TITLE</a:t>
            </a:r>
          </a:p>
        </p:txBody>
      </p:sp>
      <p:sp>
        <p:nvSpPr>
          <p:cNvPr id="44" name="Subtitle 2">
            <a:extLst>
              <a:ext uri="{FF2B5EF4-FFF2-40B4-BE49-F238E27FC236}">
                <a16:creationId xmlns:a16="http://schemas.microsoft.com/office/drawing/2014/main" id="{192D33E3-D5C6-4492-9AB0-13294FD469B1}"/>
              </a:ext>
            </a:extLst>
          </p:cNvPr>
          <p:cNvSpPr>
            <a:spLocks noGrp="1"/>
          </p:cNvSpPr>
          <p:nvPr>
            <p:ph type="subTitle" idx="1" hasCustomPrompt="1"/>
          </p:nvPr>
        </p:nvSpPr>
        <p:spPr>
          <a:xfrm>
            <a:off x="1760765" y="3166312"/>
            <a:ext cx="4024032" cy="771802"/>
          </a:xfrm>
        </p:spPr>
        <p:txBody>
          <a:bodyPr/>
          <a:lstStyle>
            <a:lvl1pPr algn="ctr">
              <a:buFontTx/>
              <a:buNone/>
              <a:defRPr sz="2400" spc="400" baseline="0"/>
            </a:lvl1pPr>
          </a:lstStyle>
          <a:p>
            <a:r>
              <a:rPr lang="en-US"/>
              <a:t>CLICK TO ADD SUBTITLE</a:t>
            </a:r>
          </a:p>
        </p:txBody>
      </p:sp>
      <p:sp>
        <p:nvSpPr>
          <p:cNvPr id="45" name="Graphic 212">
            <a:extLst>
              <a:ext uri="{FF2B5EF4-FFF2-40B4-BE49-F238E27FC236}">
                <a16:creationId xmlns:a16="http://schemas.microsoft.com/office/drawing/2014/main" id="{55253C8E-0DF4-4187-8CFA-8E892B59BEC2}"/>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6" name="Graphic 212">
            <a:extLst>
              <a:ext uri="{FF2B5EF4-FFF2-40B4-BE49-F238E27FC236}">
                <a16:creationId xmlns:a16="http://schemas.microsoft.com/office/drawing/2014/main" id="{3E81479D-EC31-42B5-A3A1-02155919F878}"/>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Oval 53">
            <a:extLst>
              <a:ext uri="{FF2B5EF4-FFF2-40B4-BE49-F238E27FC236}">
                <a16:creationId xmlns:a16="http://schemas.microsoft.com/office/drawing/2014/main" id="{95B72045-B7EA-46A3-BFC1-BED5E2661ABF}"/>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Oval 54">
            <a:extLst>
              <a:ext uri="{FF2B5EF4-FFF2-40B4-BE49-F238E27FC236}">
                <a16:creationId xmlns:a16="http://schemas.microsoft.com/office/drawing/2014/main" id="{0F04D741-7B27-4605-B65D-7E8A12D22C5E}"/>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Picture Placeholder 60">
            <a:extLst>
              <a:ext uri="{FF2B5EF4-FFF2-40B4-BE49-F238E27FC236}">
                <a16:creationId xmlns:a16="http://schemas.microsoft.com/office/drawing/2014/main" id="{F0483D74-29C5-49E3-B816-46CBA8A93093}"/>
              </a:ext>
            </a:extLst>
          </p:cNvPr>
          <p:cNvSpPr>
            <a:spLocks noGrp="1"/>
          </p:cNvSpPr>
          <p:nvPr>
            <p:ph type="pic" sz="quarter" idx="13"/>
          </p:nvPr>
        </p:nvSpPr>
        <p:spPr>
          <a:xfrm>
            <a:off x="6601855" y="2313765"/>
            <a:ext cx="4773089" cy="4544235"/>
          </a:xfrm>
          <a:custGeom>
            <a:avLst/>
            <a:gdLst>
              <a:gd name="connsiteX0" fmla="*/ 2386544 w 4773089"/>
              <a:gd name="connsiteY0" fmla="*/ 0 h 4544235"/>
              <a:gd name="connsiteX1" fmla="*/ 4773089 w 4773089"/>
              <a:gd name="connsiteY1" fmla="*/ 2386545 h 4544235"/>
              <a:gd name="connsiteX2" fmla="*/ 3524113 w 4773089"/>
              <a:gd name="connsiteY2" fmla="*/ 4485046 h 4544235"/>
              <a:gd name="connsiteX3" fmla="*/ 3401244 w 4773089"/>
              <a:gd name="connsiteY3" fmla="*/ 4544235 h 4544235"/>
              <a:gd name="connsiteX4" fmla="*/ 1371845 w 4773089"/>
              <a:gd name="connsiteY4" fmla="*/ 4544235 h 4544235"/>
              <a:gd name="connsiteX5" fmla="*/ 1248976 w 4773089"/>
              <a:gd name="connsiteY5" fmla="*/ 4485046 h 4544235"/>
              <a:gd name="connsiteX6" fmla="*/ 0 w 4773089"/>
              <a:gd name="connsiteY6" fmla="*/ 2386545 h 4544235"/>
              <a:gd name="connsiteX7" fmla="*/ 2386544 w 4773089"/>
              <a:gd name="connsiteY7" fmla="*/ 0 h 454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3089" h="4544235">
                <a:moveTo>
                  <a:pt x="2386544" y="0"/>
                </a:moveTo>
                <a:cubicBezTo>
                  <a:pt x="3704596" y="0"/>
                  <a:pt x="4773089" y="1068494"/>
                  <a:pt x="4773089" y="2386545"/>
                </a:cubicBezTo>
                <a:cubicBezTo>
                  <a:pt x="4773089" y="3292705"/>
                  <a:pt x="4268059" y="4080910"/>
                  <a:pt x="3524113" y="4485046"/>
                </a:cubicBezTo>
                <a:lnTo>
                  <a:pt x="3401244" y="4544235"/>
                </a:lnTo>
                <a:lnTo>
                  <a:pt x="1371845" y="4544235"/>
                </a:lnTo>
                <a:lnTo>
                  <a:pt x="1248976" y="4485046"/>
                </a:lnTo>
                <a:cubicBezTo>
                  <a:pt x="505030" y="4080910"/>
                  <a:pt x="0" y="3292705"/>
                  <a:pt x="0" y="2386545"/>
                </a:cubicBezTo>
                <a:cubicBezTo>
                  <a:pt x="0" y="1068494"/>
                  <a:pt x="1068494" y="0"/>
                  <a:pt x="2386544" y="0"/>
                </a:cubicBezTo>
                <a:close/>
              </a:path>
            </a:pathLst>
          </a:custGeom>
          <a:noFill/>
        </p:spPr>
        <p:txBody>
          <a:bodyPr wrap="square">
            <a:noAutofit/>
          </a:bodyPr>
          <a:lstStyle>
            <a:lvl1pPr algn="ctr">
              <a:buFontTx/>
              <a:buNone/>
              <a:defRPr/>
            </a:lvl1pPr>
          </a:lstStyle>
          <a:p>
            <a:endParaRPr lang="en-US"/>
          </a:p>
          <a:p>
            <a:endParaRPr lang="en-US"/>
          </a:p>
          <a:p>
            <a:endParaRPr lang="en-US"/>
          </a:p>
          <a:p>
            <a:r>
              <a:rPr lang="en-US"/>
              <a:t>CLICK TO ADD PHOTO</a:t>
            </a:r>
          </a:p>
        </p:txBody>
      </p:sp>
      <p:grpSp>
        <p:nvGrpSpPr>
          <p:cNvPr id="15" name="Graphic 185">
            <a:extLst>
              <a:ext uri="{FF2B5EF4-FFF2-40B4-BE49-F238E27FC236}">
                <a16:creationId xmlns:a16="http://schemas.microsoft.com/office/drawing/2014/main" id="{9659A986-3E9F-4994-8D36-D1B503E2C7A1}"/>
              </a:ext>
              <a:ext uri="{C183D7F6-B498-43B3-948B-1728B52AA6E4}">
                <adec:decorative xmlns:adec="http://schemas.microsoft.com/office/drawing/2017/decorative" val="1"/>
              </a:ext>
            </a:extLst>
          </p:cNvPr>
          <p:cNvGrpSpPr/>
          <p:nvPr userDrawn="1"/>
        </p:nvGrpSpPr>
        <p:grpSpPr>
          <a:xfrm>
            <a:off x="10847710" y="6388311"/>
            <a:ext cx="1054467" cy="469689"/>
            <a:chOff x="9841624" y="4115729"/>
            <a:chExt cx="602170" cy="268223"/>
          </a:xfrm>
          <a:solidFill>
            <a:schemeClr val="tx1"/>
          </a:solidFill>
        </p:grpSpPr>
        <p:sp>
          <p:nvSpPr>
            <p:cNvPr id="16" name="Freeform: Shape 15">
              <a:extLst>
                <a:ext uri="{FF2B5EF4-FFF2-40B4-BE49-F238E27FC236}">
                  <a16:creationId xmlns:a16="http://schemas.microsoft.com/office/drawing/2014/main" id="{6F426D1A-9389-46FC-B066-C6E591C89C7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67883ED4-0FCB-4F63-84F4-0C4F06DC1C2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A9B6A69C-E38F-4A2E-8302-8744909FCD5D}"/>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BE1B19A3-9111-4F40-98B6-8EEE7D1CE04E}"/>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630653FA-2CEA-4F48-8C3D-AB750074BF3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315730384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grpSp>
        <p:nvGrpSpPr>
          <p:cNvPr id="175" name="Group 174">
            <a:extLst>
              <a:ext uri="{FF2B5EF4-FFF2-40B4-BE49-F238E27FC236}">
                <a16:creationId xmlns:a16="http://schemas.microsoft.com/office/drawing/2014/main" id="{FAE6CF7E-C57A-4CC1-92F5-932C54C8D405}"/>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176" name="Freeform: Shape 175">
              <a:extLst>
                <a:ext uri="{FF2B5EF4-FFF2-40B4-BE49-F238E27FC236}">
                  <a16:creationId xmlns:a16="http://schemas.microsoft.com/office/drawing/2014/main" id="{346635BB-0BF8-4643-9F1B-010FA1A03E12}"/>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51262E8E-82E0-4624-AFB8-23B54281680A}"/>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4EB1CCB-9D2B-433C-A6A6-31EF2FD52707}"/>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2E32FBF0-95B3-491B-98C2-1FA51CB41D86}"/>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175C8DFE-88AC-4A43-8617-6981B300741C}"/>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5B21DC5C-19E3-4D2E-90AA-635A88E641CD}"/>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C26FCF53-F438-4A58-8FD2-CAE3D52D4AE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C765ABAF-84C1-42E2-99D9-929B7EC508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B42C9D2F-6284-4BD9-BCFF-5C32F7FDF984}"/>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1C3E7263-685E-46D8-A7F6-E632D38676D9}"/>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990B5B3D-13E1-4E49-8B22-2E4206621B28}"/>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4670F691-09A7-4616-8803-51D0BF1D49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7E456B34-1D7D-46B7-9864-E6F3D5EEF702}"/>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88347124-F829-49F3-A411-9BDBF2A03C8A}"/>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23" name="Graphic 38">
            <a:extLst>
              <a:ext uri="{FF2B5EF4-FFF2-40B4-BE49-F238E27FC236}">
                <a16:creationId xmlns:a16="http://schemas.microsoft.com/office/drawing/2014/main" id="{9F14A5DD-2657-4346-AC8D-77FFFA0A1DB8}"/>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0D472844-E6F3-47F6-B54F-5B2F665A639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7939D725-4408-4EAA-BD85-8B6A289020D8}"/>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8" name="Title 1">
            <a:extLst>
              <a:ext uri="{FF2B5EF4-FFF2-40B4-BE49-F238E27FC236}">
                <a16:creationId xmlns:a16="http://schemas.microsoft.com/office/drawing/2014/main" id="{7792A114-7099-4B73-8CFF-1CD310B6C293}"/>
              </a:ext>
            </a:extLst>
          </p:cNvPr>
          <p:cNvSpPr>
            <a:spLocks noGrp="1"/>
          </p:cNvSpPr>
          <p:nvPr>
            <p:ph type="title" hasCustomPrompt="1"/>
          </p:nvPr>
        </p:nvSpPr>
        <p:spPr>
          <a:xfrm>
            <a:off x="1292868" y="358614"/>
            <a:ext cx="4150804" cy="1431000"/>
          </a:xfrm>
        </p:spPr>
        <p:txBody>
          <a:bodyPr anchor="t"/>
          <a:lstStyle>
            <a:lvl1pPr>
              <a:defRPr/>
            </a:lvl1pPr>
          </a:lstStyle>
          <a:p>
            <a:r>
              <a:rPr lang="en-US"/>
              <a:t>Click to add title</a:t>
            </a:r>
          </a:p>
        </p:txBody>
      </p:sp>
      <p:sp>
        <p:nvSpPr>
          <p:cNvPr id="190" name="Date Placeholder 178">
            <a:extLst>
              <a:ext uri="{FF2B5EF4-FFF2-40B4-BE49-F238E27FC236}">
                <a16:creationId xmlns:a16="http://schemas.microsoft.com/office/drawing/2014/main" id="{D3ABC542-2E09-4DFF-BDC3-4E62CADE0205}"/>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91" name="Footer Placeholder 179">
            <a:extLst>
              <a:ext uri="{FF2B5EF4-FFF2-40B4-BE49-F238E27FC236}">
                <a16:creationId xmlns:a16="http://schemas.microsoft.com/office/drawing/2014/main" id="{EE59BB7C-0E79-4D99-98A2-6B6BB261A89C}"/>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192" name="Slide Number Placeholder 180">
            <a:extLst>
              <a:ext uri="{FF2B5EF4-FFF2-40B4-BE49-F238E27FC236}">
                <a16:creationId xmlns:a16="http://schemas.microsoft.com/office/drawing/2014/main" id="{28A48916-E63A-42EF-B5F2-0212F4E255B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54771777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23" name="Graphic 38">
            <a:extLst>
              <a:ext uri="{FF2B5EF4-FFF2-40B4-BE49-F238E27FC236}">
                <a16:creationId xmlns:a16="http://schemas.microsoft.com/office/drawing/2014/main" id="{3E8CD31A-1394-452A-9559-656ECA14585A}"/>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85E4E1EC-F0F2-4B35-9091-2F6FA0A0F7A0}"/>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6AA8D4E-47DD-4F4A-A460-D2D3D52A6F8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26" name="Group 25">
            <a:extLst>
              <a:ext uri="{FF2B5EF4-FFF2-40B4-BE49-F238E27FC236}">
                <a16:creationId xmlns:a16="http://schemas.microsoft.com/office/drawing/2014/main" id="{4CDB39CA-1C6B-4D29-8511-53EB2EE2C24C}"/>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27" name="Freeform: Shape 26">
              <a:extLst>
                <a:ext uri="{FF2B5EF4-FFF2-40B4-BE49-F238E27FC236}">
                  <a16:creationId xmlns:a16="http://schemas.microsoft.com/office/drawing/2014/main" id="{913293D6-0ECB-489A-A405-EAE446F30E8A}"/>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84505F60-82CB-4E69-9408-A65B5BE7C98C}"/>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CE3B5578-536F-4B38-89D2-C859EFB9E536}"/>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321C8DF3-1F8E-4B0D-B578-67D7E3A7F79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3EF634BD-8B6E-4470-B471-CCD9D52208E9}"/>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6D4EA52A-34A3-4161-A9CE-86569A099639}"/>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9F976BC-5664-4D19-8DC2-C83D9F201025}"/>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4FE844F3-0151-483D-A445-DF19C1CA237C}"/>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3602D36A-92EE-4D58-8B1E-A7C32FA38A81}"/>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54D3E311-8682-432D-96C1-892E0A7B846F}"/>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2F6A277D-D709-4AAD-A2BE-7F002BC0B1A4}"/>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692A7F87-C5D7-4B71-8667-833F96C3F2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74ABB7F8-185E-406E-84D5-2ADDC019320A}"/>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32343BE2-F9F3-467E-BAC0-182941FCBCD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Title 1">
            <a:extLst>
              <a:ext uri="{FF2B5EF4-FFF2-40B4-BE49-F238E27FC236}">
                <a16:creationId xmlns:a16="http://schemas.microsoft.com/office/drawing/2014/main" id="{3193E6E4-C8EE-470B-AABB-B46374938AA4}"/>
              </a:ext>
            </a:extLst>
          </p:cNvPr>
          <p:cNvSpPr>
            <a:spLocks noGrp="1"/>
          </p:cNvSpPr>
          <p:nvPr>
            <p:ph type="title" hasCustomPrompt="1"/>
          </p:nvPr>
        </p:nvSpPr>
        <p:spPr>
          <a:xfrm>
            <a:off x="1292868" y="358614"/>
            <a:ext cx="4150804" cy="1431000"/>
          </a:xfrm>
        </p:spPr>
        <p:txBody>
          <a:bodyPr anchor="t"/>
          <a:lstStyle>
            <a:lvl1pPr>
              <a:defRPr/>
            </a:lvl1pPr>
          </a:lstStyle>
          <a:p>
            <a:r>
              <a:rPr lang="en-US"/>
              <a:t>Click to add title</a:t>
            </a:r>
          </a:p>
        </p:txBody>
      </p:sp>
      <p:sp>
        <p:nvSpPr>
          <p:cNvPr id="31" name="Date Placeholder 178">
            <a:extLst>
              <a:ext uri="{FF2B5EF4-FFF2-40B4-BE49-F238E27FC236}">
                <a16:creationId xmlns:a16="http://schemas.microsoft.com/office/drawing/2014/main" id="{9BFD1C1A-363C-4909-95D6-9AF44B452A5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9BB63C-A8D4-4F32-819C-F6F6BA0476C2}"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32" name="Footer Placeholder 179">
            <a:extLst>
              <a:ext uri="{FF2B5EF4-FFF2-40B4-BE49-F238E27FC236}">
                <a16:creationId xmlns:a16="http://schemas.microsoft.com/office/drawing/2014/main" id="{77213597-1706-40A7-8726-C468FB7F438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33" name="Slide Number Placeholder 180">
            <a:extLst>
              <a:ext uri="{FF2B5EF4-FFF2-40B4-BE49-F238E27FC236}">
                <a16:creationId xmlns:a16="http://schemas.microsoft.com/office/drawing/2014/main" id="{1BB201C7-C50B-4E2B-95EF-E5FFAF698DB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4040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8AD96798-1C42-49B1-99B2-BD7FA12760FC}"/>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18" name="Title 1">
            <a:extLst>
              <a:ext uri="{FF2B5EF4-FFF2-40B4-BE49-F238E27FC236}">
                <a16:creationId xmlns:a16="http://schemas.microsoft.com/office/drawing/2014/main" id="{00FC1B25-A4F4-4E8E-931D-D383946C91FC}"/>
              </a:ext>
            </a:extLst>
          </p:cNvPr>
          <p:cNvSpPr>
            <a:spLocks noGrp="1"/>
          </p:cNvSpPr>
          <p:nvPr>
            <p:ph type="title"/>
          </p:nvPr>
        </p:nvSpPr>
        <p:spPr>
          <a:xfrm>
            <a:off x="2838271" y="1010170"/>
            <a:ext cx="5178019" cy="3713638"/>
          </a:xfrm>
        </p:spPr>
        <p:txBody>
          <a:bodyPr anchor="ctr"/>
          <a:lstStyle>
            <a:lvl1pPr algn="ctr">
              <a:lnSpc>
                <a:spcPct val="100000"/>
              </a:lnSpc>
              <a:defRPr/>
            </a:lvl1pPr>
          </a:lstStyle>
          <a:p>
            <a:endParaRPr lang="en-US"/>
          </a:p>
        </p:txBody>
      </p:sp>
      <p:sp>
        <p:nvSpPr>
          <p:cNvPr id="36" name="Text Placeholder 34">
            <a:extLst>
              <a:ext uri="{FF2B5EF4-FFF2-40B4-BE49-F238E27FC236}">
                <a16:creationId xmlns:a16="http://schemas.microsoft.com/office/drawing/2014/main" id="{72818B4A-C05A-428C-A790-B75EA386A25F}"/>
              </a:ext>
            </a:extLst>
          </p:cNvPr>
          <p:cNvSpPr>
            <a:spLocks noGrp="1"/>
          </p:cNvSpPr>
          <p:nvPr>
            <p:ph type="body" sz="quarter" idx="13" hasCustomPrompt="1"/>
          </p:nvPr>
        </p:nvSpPr>
        <p:spPr>
          <a:xfrm>
            <a:off x="2838044" y="4914900"/>
            <a:ext cx="5178514" cy="819076"/>
          </a:xfrm>
        </p:spPr>
        <p:txBody>
          <a:bodyPr/>
          <a:lstStyle>
            <a:lvl1pPr algn="ctr">
              <a:buFontTx/>
              <a:buNone/>
              <a:defRPr/>
            </a:lvl1pPr>
          </a:lstStyle>
          <a:p>
            <a:pPr lvl="0"/>
            <a:r>
              <a:rPr lang="en-US"/>
              <a:t>Click to add text</a:t>
            </a:r>
          </a:p>
        </p:txBody>
      </p:sp>
      <p:sp>
        <p:nvSpPr>
          <p:cNvPr id="19" name="Freeform: Shape 18">
            <a:extLst>
              <a:ext uri="{FF2B5EF4-FFF2-40B4-BE49-F238E27FC236}">
                <a16:creationId xmlns:a16="http://schemas.microsoft.com/office/drawing/2014/main" id="{176E197B-E174-4C9D-87E5-0B9B08708760}"/>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17AB840-B4B7-452B-B062-6C9CF8426132}"/>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9FE5D1B6-33F6-4BAA-9D02-679E176F39C4}"/>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DCCBCA1-466D-44C6-93ED-2E02B623DB0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2CC7CBB9-9855-4B27-93BF-506D5D17E85B}"/>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6" name="Date Placeholder 178">
            <a:extLst>
              <a:ext uri="{FF2B5EF4-FFF2-40B4-BE49-F238E27FC236}">
                <a16:creationId xmlns:a16="http://schemas.microsoft.com/office/drawing/2014/main" id="{D3B95CCB-4EDF-4C85-82FC-E5FD2A4715E6}"/>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089AFA-FF4D-4DFB-9A2D-57BFB79B8D6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7" name="Footer Placeholder 179">
            <a:extLst>
              <a:ext uri="{FF2B5EF4-FFF2-40B4-BE49-F238E27FC236}">
                <a16:creationId xmlns:a16="http://schemas.microsoft.com/office/drawing/2014/main" id="{D8096E0F-A3CE-40F7-AA9D-B43562213203}"/>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grpSp>
        <p:nvGrpSpPr>
          <p:cNvPr id="28" name="Graphic 185">
            <a:extLst>
              <a:ext uri="{FF2B5EF4-FFF2-40B4-BE49-F238E27FC236}">
                <a16:creationId xmlns:a16="http://schemas.microsoft.com/office/drawing/2014/main" id="{59F51AE6-E003-46BA-A25A-6AFBDC3E73DA}"/>
              </a:ext>
              <a:ext uri="{C183D7F6-B498-43B3-948B-1728B52AA6E4}">
                <adec:decorative xmlns:adec="http://schemas.microsoft.com/office/drawing/2017/decorative" val="1"/>
              </a:ext>
            </a:extLst>
          </p:cNvPr>
          <p:cNvGrpSpPr/>
          <p:nvPr userDrawn="1"/>
        </p:nvGrpSpPr>
        <p:grpSpPr>
          <a:xfrm>
            <a:off x="10428621" y="5660492"/>
            <a:ext cx="1054467" cy="469689"/>
            <a:chOff x="9841624" y="4115729"/>
            <a:chExt cx="602170" cy="268223"/>
          </a:xfrm>
          <a:solidFill>
            <a:schemeClr val="tx1"/>
          </a:solidFill>
        </p:grpSpPr>
        <p:sp>
          <p:nvSpPr>
            <p:cNvPr id="29" name="Freeform: Shape 28">
              <a:extLst>
                <a:ext uri="{FF2B5EF4-FFF2-40B4-BE49-F238E27FC236}">
                  <a16:creationId xmlns:a16="http://schemas.microsoft.com/office/drawing/2014/main" id="{03F73C8B-6AB5-41EB-99EA-3C94CBEBB481}"/>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1A666D36-3657-4085-84AA-126594195C1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B12CF5CD-903D-4879-BBD3-A79140E8186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9EF969CD-CBA7-44B8-9544-660D7487A3D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6E91C2FB-38ED-4DF7-8F1F-3211A0592A4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4" name="Slide Number Placeholder 180">
            <a:extLst>
              <a:ext uri="{FF2B5EF4-FFF2-40B4-BE49-F238E27FC236}">
                <a16:creationId xmlns:a16="http://schemas.microsoft.com/office/drawing/2014/main" id="{383FF74A-FDDF-4768-9C1E-E6F3E66228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srgbClr val="898989"/>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srgbClr val="898989"/>
              </a:solidFill>
              <a:effectLst/>
              <a:uLnTx/>
              <a:uFillTx/>
              <a:latin typeface="Source Sans Pro"/>
              <a:cs typeface="+mn-cs"/>
            </a:endParaRPr>
          </a:p>
        </p:txBody>
      </p:sp>
    </p:spTree>
    <p:extLst>
      <p:ext uri="{BB962C8B-B14F-4D97-AF65-F5344CB8AC3E}">
        <p14:creationId xmlns:p14="http://schemas.microsoft.com/office/powerpoint/2010/main" val="399735008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56" name="Title 1">
            <a:extLst>
              <a:ext uri="{FF2B5EF4-FFF2-40B4-BE49-F238E27FC236}">
                <a16:creationId xmlns:a16="http://schemas.microsoft.com/office/drawing/2014/main" id="{08711333-F819-4928-8BA2-B03A1D7447F6}"/>
              </a:ext>
            </a:extLst>
          </p:cNvPr>
          <p:cNvSpPr>
            <a:spLocks noGrp="1"/>
          </p:cNvSpPr>
          <p:nvPr>
            <p:ph type="title"/>
          </p:nvPr>
        </p:nvSpPr>
        <p:spPr>
          <a:xfrm>
            <a:off x="1331088" y="565739"/>
            <a:ext cx="9745883" cy="1124949"/>
          </a:xfrm>
        </p:spPr>
        <p:txBody>
          <a:bodyPr/>
          <a:lstStyle/>
          <a:p>
            <a:endParaRPr lang="en-US"/>
          </a:p>
        </p:txBody>
      </p:sp>
      <p:grpSp>
        <p:nvGrpSpPr>
          <p:cNvPr id="2" name="Group 1">
            <a:extLst>
              <a:ext uri="{FF2B5EF4-FFF2-40B4-BE49-F238E27FC236}">
                <a16:creationId xmlns:a16="http://schemas.microsoft.com/office/drawing/2014/main" id="{B4DCAA54-A920-4F7D-B1F9-E60E950DBAE8}"/>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7" name="Freeform: Shape 56">
              <a:extLst>
                <a:ext uri="{FF2B5EF4-FFF2-40B4-BE49-F238E27FC236}">
                  <a16:creationId xmlns:a16="http://schemas.microsoft.com/office/drawing/2014/main" id="{28633F80-7150-4830-B036-FED561D8ABD2}"/>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984D32A8-76C6-4D70-887B-EC3211AD33EB}"/>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60" name="Oval 59">
            <a:extLst>
              <a:ext uri="{FF2B5EF4-FFF2-40B4-BE49-F238E27FC236}">
                <a16:creationId xmlns:a16="http://schemas.microsoft.com/office/drawing/2014/main" id="{EEDFE717-6A4F-4FD1-ABBF-5807E71F53F6}"/>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Date Placeholder 10">
            <a:extLst>
              <a:ext uri="{FF2B5EF4-FFF2-40B4-BE49-F238E27FC236}">
                <a16:creationId xmlns:a16="http://schemas.microsoft.com/office/drawing/2014/main" id="{26FBD0C2-9C38-4891-92F3-5AF6CD04E3E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78273EB-16C1-441E-9180-E8793C467BE0}"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62" name="Footer Placeholder 11">
            <a:extLst>
              <a:ext uri="{FF2B5EF4-FFF2-40B4-BE49-F238E27FC236}">
                <a16:creationId xmlns:a16="http://schemas.microsoft.com/office/drawing/2014/main" id="{5C6A806B-2B18-4D3B-8215-624EE91DAC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63" name="Slide Number Placeholder 12">
            <a:extLst>
              <a:ext uri="{FF2B5EF4-FFF2-40B4-BE49-F238E27FC236}">
                <a16:creationId xmlns:a16="http://schemas.microsoft.com/office/drawing/2014/main" id="{54E3AE0A-2F47-4B51-8F32-46ABDC574FFB}"/>
              </a:ext>
            </a:extLst>
          </p:cNvPr>
          <p:cNvSpPr>
            <a:spLocks noGrp="1"/>
          </p:cNvSpPr>
          <p:nvPr>
            <p:ph type="sldNum" sz="quarter" idx="12"/>
          </p:nvPr>
        </p:nvSpPr>
        <p:spPr>
          <a:xfrm>
            <a:off x="8644339"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11" name="Graphic 4">
            <a:extLst>
              <a:ext uri="{FF2B5EF4-FFF2-40B4-BE49-F238E27FC236}">
                <a16:creationId xmlns:a16="http://schemas.microsoft.com/office/drawing/2014/main" id="{A160D36B-90B2-4E2E-9A07-AFC4CC77ED14}"/>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12" name="Freeform: Shape 11">
              <a:extLst>
                <a:ext uri="{FF2B5EF4-FFF2-40B4-BE49-F238E27FC236}">
                  <a16:creationId xmlns:a16="http://schemas.microsoft.com/office/drawing/2014/main" id="{CADA6DC8-A018-4A16-84AF-9E2E74CD757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8C1308F7-B76A-4EC2-94B2-3D7A71B62604}"/>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98E3532C-7781-4159-A3A0-A2DE72CA6DBA}"/>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98D647FB-029D-4D71-B4E4-6D74FCB09C4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216A1C6D-37E7-47A0-814C-A09DC1123684}"/>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2759DEC-2103-4E2C-A470-F4AF6E5E3E87}"/>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788AE222-CCAD-4233-9F97-67021E530758}"/>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8610EC41-7752-4C40-99E0-1B5FEA90EB0E}"/>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AA370E4-6378-438E-96A5-93A548F17E9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2DC8BEFB-4BE0-44E4-B9EE-B9433675ED5D}"/>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C5C187D8-7DEF-4A4B-AEBD-0148B131FA7B}"/>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721C4DD4-9A7B-4D13-905C-4D8287BFC226}"/>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CB37570A-3C94-4E36-97CE-A23E9672578E}"/>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5" name="Picture Placeholder 11">
            <a:extLst>
              <a:ext uri="{FF2B5EF4-FFF2-40B4-BE49-F238E27FC236}">
                <a16:creationId xmlns:a16="http://schemas.microsoft.com/office/drawing/2014/main" id="{D0363784-2970-4EEC-A27D-C144838C7934}"/>
              </a:ext>
            </a:extLst>
          </p:cNvPr>
          <p:cNvSpPr>
            <a:spLocks noGrp="1"/>
          </p:cNvSpPr>
          <p:nvPr>
            <p:ph type="pic" sz="quarter" idx="14"/>
          </p:nvPr>
        </p:nvSpPr>
        <p:spPr>
          <a:xfrm>
            <a:off x="745213" y="2021303"/>
            <a:ext cx="2286000" cy="2286000"/>
          </a:xfrm>
          <a:prstGeom prst="ellipse">
            <a:avLst/>
          </a:prstGeom>
        </p:spPr>
        <p:txBody>
          <a:bodyPr>
            <a:normAutofit/>
          </a:bodyPr>
          <a:lstStyle>
            <a:lvl1pPr>
              <a:defRPr sz="2000"/>
            </a:lvl1pPr>
          </a:lstStyle>
          <a:p>
            <a:endParaRPr lang="en-US"/>
          </a:p>
        </p:txBody>
      </p:sp>
      <p:sp>
        <p:nvSpPr>
          <p:cNvPr id="26" name="Picture Placeholder 11">
            <a:extLst>
              <a:ext uri="{FF2B5EF4-FFF2-40B4-BE49-F238E27FC236}">
                <a16:creationId xmlns:a16="http://schemas.microsoft.com/office/drawing/2014/main" id="{A5F161F4-CB8E-480F-8499-D1BD68C8BB59}"/>
              </a:ext>
            </a:extLst>
          </p:cNvPr>
          <p:cNvSpPr>
            <a:spLocks noGrp="1"/>
          </p:cNvSpPr>
          <p:nvPr>
            <p:ph type="pic" sz="quarter" idx="15"/>
          </p:nvPr>
        </p:nvSpPr>
        <p:spPr>
          <a:xfrm>
            <a:off x="3551776" y="2021303"/>
            <a:ext cx="2286000" cy="2286000"/>
          </a:xfrm>
          <a:prstGeom prst="ellipse">
            <a:avLst/>
          </a:prstGeom>
        </p:spPr>
        <p:txBody>
          <a:bodyPr>
            <a:normAutofit/>
          </a:bodyPr>
          <a:lstStyle>
            <a:lvl1pPr>
              <a:defRPr sz="2000"/>
            </a:lvl1pPr>
          </a:lstStyle>
          <a:p>
            <a:endParaRPr lang="en-US"/>
          </a:p>
        </p:txBody>
      </p:sp>
      <p:sp>
        <p:nvSpPr>
          <p:cNvPr id="27" name="Picture Placeholder 11">
            <a:extLst>
              <a:ext uri="{FF2B5EF4-FFF2-40B4-BE49-F238E27FC236}">
                <a16:creationId xmlns:a16="http://schemas.microsoft.com/office/drawing/2014/main" id="{FA25DBB0-929B-4EA3-AF0A-D34760BBAB8E}"/>
              </a:ext>
            </a:extLst>
          </p:cNvPr>
          <p:cNvSpPr>
            <a:spLocks noGrp="1"/>
          </p:cNvSpPr>
          <p:nvPr>
            <p:ph type="pic" sz="quarter" idx="16"/>
          </p:nvPr>
        </p:nvSpPr>
        <p:spPr>
          <a:xfrm>
            <a:off x="6358339" y="2021303"/>
            <a:ext cx="2286000" cy="2286000"/>
          </a:xfrm>
          <a:prstGeom prst="ellipse">
            <a:avLst/>
          </a:prstGeom>
        </p:spPr>
        <p:txBody>
          <a:bodyPr>
            <a:normAutofit/>
          </a:bodyPr>
          <a:lstStyle>
            <a:lvl1pPr>
              <a:defRPr sz="2000"/>
            </a:lvl1pPr>
          </a:lstStyle>
          <a:p>
            <a:endParaRPr lang="en-US"/>
          </a:p>
        </p:txBody>
      </p:sp>
      <p:sp>
        <p:nvSpPr>
          <p:cNvPr id="28" name="Picture Placeholder 11">
            <a:extLst>
              <a:ext uri="{FF2B5EF4-FFF2-40B4-BE49-F238E27FC236}">
                <a16:creationId xmlns:a16="http://schemas.microsoft.com/office/drawing/2014/main" id="{2166858A-D674-4111-9862-D87359001031}"/>
              </a:ext>
            </a:extLst>
          </p:cNvPr>
          <p:cNvSpPr>
            <a:spLocks noGrp="1"/>
          </p:cNvSpPr>
          <p:nvPr>
            <p:ph type="pic" sz="quarter" idx="17"/>
          </p:nvPr>
        </p:nvSpPr>
        <p:spPr>
          <a:xfrm>
            <a:off x="9164901" y="2021303"/>
            <a:ext cx="2286000" cy="2286000"/>
          </a:xfrm>
          <a:prstGeom prst="ellipse">
            <a:avLst/>
          </a:prstGeom>
        </p:spPr>
        <p:txBody>
          <a:bodyPr>
            <a:normAutofit/>
          </a:bodyPr>
          <a:lstStyle>
            <a:lvl1pPr>
              <a:defRPr sz="2000"/>
            </a:lvl1pPr>
          </a:lstStyle>
          <a:p>
            <a:endParaRPr lang="en-US"/>
          </a:p>
        </p:txBody>
      </p:sp>
      <p:sp>
        <p:nvSpPr>
          <p:cNvPr id="29" name="Text Placeholder 20">
            <a:extLst>
              <a:ext uri="{FF2B5EF4-FFF2-40B4-BE49-F238E27FC236}">
                <a16:creationId xmlns:a16="http://schemas.microsoft.com/office/drawing/2014/main" id="{0A21E468-9819-48EA-9CFE-D8A100CF2FBC}"/>
              </a:ext>
            </a:extLst>
          </p:cNvPr>
          <p:cNvSpPr>
            <a:spLocks noGrp="1"/>
          </p:cNvSpPr>
          <p:nvPr>
            <p:ph type="body" sz="quarter" idx="18" hasCustomPrompt="1"/>
          </p:nvPr>
        </p:nvSpPr>
        <p:spPr>
          <a:xfrm>
            <a:off x="762000" y="441764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a:t>Name</a:t>
            </a:r>
          </a:p>
        </p:txBody>
      </p:sp>
      <p:sp>
        <p:nvSpPr>
          <p:cNvPr id="30" name="Text Placeholder 22">
            <a:extLst>
              <a:ext uri="{FF2B5EF4-FFF2-40B4-BE49-F238E27FC236}">
                <a16:creationId xmlns:a16="http://schemas.microsoft.com/office/drawing/2014/main" id="{2AA605BC-184B-485A-B68D-27607D4AAB0C}"/>
              </a:ext>
            </a:extLst>
          </p:cNvPr>
          <p:cNvSpPr>
            <a:spLocks noGrp="1"/>
          </p:cNvSpPr>
          <p:nvPr>
            <p:ph type="body" sz="quarter" idx="19" hasCustomPrompt="1"/>
          </p:nvPr>
        </p:nvSpPr>
        <p:spPr>
          <a:xfrm>
            <a:off x="762000"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a:t>Title</a:t>
            </a:r>
          </a:p>
        </p:txBody>
      </p:sp>
      <p:sp>
        <p:nvSpPr>
          <p:cNvPr id="31" name="Text Placeholder 20">
            <a:extLst>
              <a:ext uri="{FF2B5EF4-FFF2-40B4-BE49-F238E27FC236}">
                <a16:creationId xmlns:a16="http://schemas.microsoft.com/office/drawing/2014/main" id="{5E1DA376-8DFF-42EB-AC05-624D4CC17008}"/>
              </a:ext>
            </a:extLst>
          </p:cNvPr>
          <p:cNvSpPr>
            <a:spLocks noGrp="1"/>
          </p:cNvSpPr>
          <p:nvPr>
            <p:ph type="body" sz="quarter" idx="20" hasCustomPrompt="1"/>
          </p:nvPr>
        </p:nvSpPr>
        <p:spPr>
          <a:xfrm>
            <a:off x="3562967"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a:t>Name</a:t>
            </a:r>
          </a:p>
        </p:txBody>
      </p:sp>
      <p:sp>
        <p:nvSpPr>
          <p:cNvPr id="32" name="Text Placeholder 22">
            <a:extLst>
              <a:ext uri="{FF2B5EF4-FFF2-40B4-BE49-F238E27FC236}">
                <a16:creationId xmlns:a16="http://schemas.microsoft.com/office/drawing/2014/main" id="{88EA8545-B741-4E15-8054-C79F08609384}"/>
              </a:ext>
            </a:extLst>
          </p:cNvPr>
          <p:cNvSpPr>
            <a:spLocks noGrp="1"/>
          </p:cNvSpPr>
          <p:nvPr>
            <p:ph type="body" sz="quarter" idx="21" hasCustomPrompt="1"/>
          </p:nvPr>
        </p:nvSpPr>
        <p:spPr>
          <a:xfrm>
            <a:off x="3562967"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a:t>Title</a:t>
            </a:r>
          </a:p>
        </p:txBody>
      </p:sp>
      <p:sp>
        <p:nvSpPr>
          <p:cNvPr id="33" name="Text Placeholder 20">
            <a:extLst>
              <a:ext uri="{FF2B5EF4-FFF2-40B4-BE49-F238E27FC236}">
                <a16:creationId xmlns:a16="http://schemas.microsoft.com/office/drawing/2014/main" id="{C5DDD12B-8AD2-4194-9011-B8AE495CE84A}"/>
              </a:ext>
            </a:extLst>
          </p:cNvPr>
          <p:cNvSpPr>
            <a:spLocks noGrp="1"/>
          </p:cNvSpPr>
          <p:nvPr>
            <p:ph type="body" sz="quarter" idx="22" hasCustomPrompt="1"/>
          </p:nvPr>
        </p:nvSpPr>
        <p:spPr>
          <a:xfrm>
            <a:off x="6363934"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a:t>Name</a:t>
            </a:r>
          </a:p>
        </p:txBody>
      </p:sp>
      <p:sp>
        <p:nvSpPr>
          <p:cNvPr id="34" name="Text Placeholder 22">
            <a:extLst>
              <a:ext uri="{FF2B5EF4-FFF2-40B4-BE49-F238E27FC236}">
                <a16:creationId xmlns:a16="http://schemas.microsoft.com/office/drawing/2014/main" id="{E1E9CE9A-B335-4B09-A6DC-9FDAE1A8541E}"/>
              </a:ext>
            </a:extLst>
          </p:cNvPr>
          <p:cNvSpPr>
            <a:spLocks noGrp="1"/>
          </p:cNvSpPr>
          <p:nvPr>
            <p:ph type="body" sz="quarter" idx="23" hasCustomPrompt="1"/>
          </p:nvPr>
        </p:nvSpPr>
        <p:spPr>
          <a:xfrm>
            <a:off x="6363934"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a:t>Title</a:t>
            </a:r>
          </a:p>
        </p:txBody>
      </p:sp>
      <p:sp>
        <p:nvSpPr>
          <p:cNvPr id="35" name="Text Placeholder 20">
            <a:extLst>
              <a:ext uri="{FF2B5EF4-FFF2-40B4-BE49-F238E27FC236}">
                <a16:creationId xmlns:a16="http://schemas.microsoft.com/office/drawing/2014/main" id="{05755812-FA39-400E-9830-518115B16F1A}"/>
              </a:ext>
            </a:extLst>
          </p:cNvPr>
          <p:cNvSpPr>
            <a:spLocks noGrp="1"/>
          </p:cNvSpPr>
          <p:nvPr>
            <p:ph type="body" sz="quarter" idx="24" hasCustomPrompt="1"/>
          </p:nvPr>
        </p:nvSpPr>
        <p:spPr>
          <a:xfrm>
            <a:off x="9164901"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a:t>Name</a:t>
            </a:r>
          </a:p>
        </p:txBody>
      </p:sp>
      <p:sp>
        <p:nvSpPr>
          <p:cNvPr id="36" name="Text Placeholder 22">
            <a:extLst>
              <a:ext uri="{FF2B5EF4-FFF2-40B4-BE49-F238E27FC236}">
                <a16:creationId xmlns:a16="http://schemas.microsoft.com/office/drawing/2014/main" id="{B0C99DAB-BC75-4032-B8DE-82896B438816}"/>
              </a:ext>
            </a:extLst>
          </p:cNvPr>
          <p:cNvSpPr>
            <a:spLocks noGrp="1"/>
          </p:cNvSpPr>
          <p:nvPr>
            <p:ph type="body" sz="quarter" idx="25" hasCustomPrompt="1"/>
          </p:nvPr>
        </p:nvSpPr>
        <p:spPr>
          <a:xfrm>
            <a:off x="9164901"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a:t>Title</a:t>
            </a:r>
          </a:p>
        </p:txBody>
      </p:sp>
    </p:spTree>
    <p:extLst>
      <p:ext uri="{BB962C8B-B14F-4D97-AF65-F5344CB8AC3E}">
        <p14:creationId xmlns:p14="http://schemas.microsoft.com/office/powerpoint/2010/main" val="279247625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grpSp>
        <p:nvGrpSpPr>
          <p:cNvPr id="34" name="Graphic 4">
            <a:extLst>
              <a:ext uri="{FF2B5EF4-FFF2-40B4-BE49-F238E27FC236}">
                <a16:creationId xmlns:a16="http://schemas.microsoft.com/office/drawing/2014/main" id="{F6919F4A-127D-4827-9E80-D8662425CC16}"/>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35" name="Freeform: Shape 34">
              <a:extLst>
                <a:ext uri="{FF2B5EF4-FFF2-40B4-BE49-F238E27FC236}">
                  <a16:creationId xmlns:a16="http://schemas.microsoft.com/office/drawing/2014/main" id="{E4F0C362-E345-4C93-8DBC-55525E213FE2}"/>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246589FF-4A9D-484E-95B0-A0C39A326BFF}"/>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CC09BAE-0430-4149-BDEC-23DD9C37ACC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4F6CC180-FC7F-4A8E-BACC-034FD0C68CA9}"/>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A137FFAD-2383-4411-A9CD-B0DCBF8452F9}"/>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6F7ADA10-97E6-406B-955B-4DF941688C55}"/>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E5ED4958-089A-40EE-BEF8-D2DA3283FE41}"/>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6BBC70D8-0977-4E3E-BDCC-5DB32F534597}"/>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2F37D25-C4FD-4978-AE31-636891A33D6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42DD3606-BA69-4959-9335-377E9AA120FF}"/>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F5B11ABC-F37E-4946-9A7B-90D363182626}"/>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D86B1D23-2F36-4086-9CF7-D76D833D2282}"/>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A3AE423B-5BB8-454B-B2D6-85AE6185C587}"/>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52" name="Group 51">
            <a:extLst>
              <a:ext uri="{FF2B5EF4-FFF2-40B4-BE49-F238E27FC236}">
                <a16:creationId xmlns:a16="http://schemas.microsoft.com/office/drawing/2014/main" id="{3BF87D25-4424-40BA-B114-A4FB8BDFE843}"/>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3" name="Freeform: Shape 52">
              <a:extLst>
                <a:ext uri="{FF2B5EF4-FFF2-40B4-BE49-F238E27FC236}">
                  <a16:creationId xmlns:a16="http://schemas.microsoft.com/office/drawing/2014/main" id="{B567477D-2972-4718-B0A2-9FC97531B87F}"/>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52D08859-301B-4802-95D8-B8A552752B90}"/>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48" name="Title 1">
            <a:extLst>
              <a:ext uri="{FF2B5EF4-FFF2-40B4-BE49-F238E27FC236}">
                <a16:creationId xmlns:a16="http://schemas.microsoft.com/office/drawing/2014/main" id="{430ADD3E-99CC-43CF-9A97-D44AA54C5F1E}"/>
              </a:ext>
            </a:extLst>
          </p:cNvPr>
          <p:cNvSpPr>
            <a:spLocks noGrp="1"/>
          </p:cNvSpPr>
          <p:nvPr>
            <p:ph type="title"/>
          </p:nvPr>
        </p:nvSpPr>
        <p:spPr>
          <a:xfrm>
            <a:off x="1331088" y="565739"/>
            <a:ext cx="9745883" cy="1124949"/>
          </a:xfrm>
        </p:spPr>
        <p:txBody>
          <a:bodyPr/>
          <a:lstStyle/>
          <a:p>
            <a:endParaRPr lang="en-US"/>
          </a:p>
        </p:txBody>
      </p:sp>
      <p:sp>
        <p:nvSpPr>
          <p:cNvPr id="49" name="Date Placeholder 10">
            <a:extLst>
              <a:ext uri="{FF2B5EF4-FFF2-40B4-BE49-F238E27FC236}">
                <a16:creationId xmlns:a16="http://schemas.microsoft.com/office/drawing/2014/main" id="{8C8B246A-7ACC-4517-903D-35509488E52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B490EC5-6F65-45BF-89F3-AC4DE8AFDD8B}"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50" name="Footer Placeholder 11">
            <a:extLst>
              <a:ext uri="{FF2B5EF4-FFF2-40B4-BE49-F238E27FC236}">
                <a16:creationId xmlns:a16="http://schemas.microsoft.com/office/drawing/2014/main" id="{C75AD95D-76DC-4BCD-8AFB-35B7DB2D7F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51" name="Slide Number Placeholder 12">
            <a:extLst>
              <a:ext uri="{FF2B5EF4-FFF2-40B4-BE49-F238E27FC236}">
                <a16:creationId xmlns:a16="http://schemas.microsoft.com/office/drawing/2014/main" id="{65BB740A-80ED-48DA-B622-9643EFA230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 name="Oval 1">
            <a:extLst>
              <a:ext uri="{FF2B5EF4-FFF2-40B4-BE49-F238E27FC236}">
                <a16:creationId xmlns:a16="http://schemas.microsoft.com/office/drawing/2014/main" id="{7F7C86B6-604E-4B54-A07B-F9BB80F8727E}"/>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59864315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2F117D5-7402-40B6-8492-280C24F60EB8}"/>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161BA3FA-C408-4DD0-8D01-AD1955F394ED}"/>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C1D6E8BB-7294-492C-92F6-55ED4E53CFE8}"/>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58388000-0440-4364-8913-532DFCCD9C34}"/>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23A011FE-8ED6-4045-8217-38BE203C050D}"/>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55AFAABB-1473-4746-A400-F23E5F57BB4B}"/>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1FD7A49F-A1AC-4EB9-9F5F-D56917BFD054}"/>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FEEB7B70-2392-461B-A28C-EF5E96FA994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CC22C2E5-25C3-4B84-ABFF-7E10A7384E59}"/>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A810E927-C50B-4C1F-BF74-F1A3559B3DE6}"/>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423B0F93-803E-467A-92BE-7BEE604727BE}"/>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E9E1CC9-CDA4-47AD-BE6D-1BCF23A205D0}"/>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C96F2C24-1974-4A14-BD08-87F28469CFC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6A4424CD-BBD4-45CD-B514-589708B8F50B}"/>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0" name="Title 1">
            <a:extLst>
              <a:ext uri="{FF2B5EF4-FFF2-40B4-BE49-F238E27FC236}">
                <a16:creationId xmlns:a16="http://schemas.microsoft.com/office/drawing/2014/main" id="{910615CB-FBDD-424F-8ADD-978583CED990}"/>
              </a:ext>
            </a:extLst>
          </p:cNvPr>
          <p:cNvSpPr>
            <a:spLocks noGrp="1"/>
          </p:cNvSpPr>
          <p:nvPr>
            <p:ph type="title" hasCustomPrompt="1"/>
          </p:nvPr>
        </p:nvSpPr>
        <p:spPr>
          <a:xfrm>
            <a:off x="1292868" y="358614"/>
            <a:ext cx="4150804" cy="1431000"/>
          </a:xfrm>
        </p:spPr>
        <p:txBody>
          <a:bodyPr anchor="t"/>
          <a:lstStyle>
            <a:lvl1pPr>
              <a:defRPr/>
            </a:lvl1pPr>
          </a:lstStyle>
          <a:p>
            <a:r>
              <a:rPr lang="en-US"/>
              <a:t>Click to add title</a:t>
            </a:r>
          </a:p>
        </p:txBody>
      </p:sp>
      <p:sp>
        <p:nvSpPr>
          <p:cNvPr id="24" name="Text Placeholder 23">
            <a:extLst>
              <a:ext uri="{FF2B5EF4-FFF2-40B4-BE49-F238E27FC236}">
                <a16:creationId xmlns:a16="http://schemas.microsoft.com/office/drawing/2014/main" id="{85B7C0E5-3D24-4DFB-A690-9F48FFF835BB}"/>
              </a:ext>
            </a:extLst>
          </p:cNvPr>
          <p:cNvSpPr>
            <a:spLocks noGrp="1"/>
          </p:cNvSpPr>
          <p:nvPr>
            <p:ph type="body" sz="quarter" idx="13" hasCustomPrompt="1"/>
          </p:nvPr>
        </p:nvSpPr>
        <p:spPr>
          <a:xfrm>
            <a:off x="1691325" y="2014538"/>
            <a:ext cx="4307160" cy="518874"/>
          </a:xfrm>
        </p:spPr>
        <p:txBody>
          <a:bodyPr/>
          <a:lstStyle>
            <a:lvl1pPr>
              <a:buNone/>
              <a:defRPr b="1"/>
            </a:lvl1pPr>
          </a:lstStyle>
          <a:p>
            <a:pPr lvl="0"/>
            <a:r>
              <a:rPr lang="en-US"/>
              <a:t>Click to add title</a:t>
            </a:r>
          </a:p>
        </p:txBody>
      </p:sp>
      <p:sp>
        <p:nvSpPr>
          <p:cNvPr id="26" name="Text Placeholder 25">
            <a:extLst>
              <a:ext uri="{FF2B5EF4-FFF2-40B4-BE49-F238E27FC236}">
                <a16:creationId xmlns:a16="http://schemas.microsoft.com/office/drawing/2014/main" id="{793E2773-9306-412E-962B-7E07A98F86E1}"/>
              </a:ext>
            </a:extLst>
          </p:cNvPr>
          <p:cNvSpPr>
            <a:spLocks noGrp="1"/>
          </p:cNvSpPr>
          <p:nvPr>
            <p:ph type="body" sz="quarter" idx="14" hasCustomPrompt="1"/>
          </p:nvPr>
        </p:nvSpPr>
        <p:spPr>
          <a:xfrm>
            <a:off x="1691325"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a:t>Click to add text</a:t>
            </a:r>
          </a:p>
        </p:txBody>
      </p:sp>
      <p:sp>
        <p:nvSpPr>
          <p:cNvPr id="27" name="Text Placeholder 23">
            <a:extLst>
              <a:ext uri="{FF2B5EF4-FFF2-40B4-BE49-F238E27FC236}">
                <a16:creationId xmlns:a16="http://schemas.microsoft.com/office/drawing/2014/main" id="{74AEFB0F-EDEB-4CE7-BF8A-58F8F86FCFF8}"/>
              </a:ext>
            </a:extLst>
          </p:cNvPr>
          <p:cNvSpPr>
            <a:spLocks noGrp="1"/>
          </p:cNvSpPr>
          <p:nvPr>
            <p:ph type="body" sz="quarter" idx="15" hasCustomPrompt="1"/>
          </p:nvPr>
        </p:nvSpPr>
        <p:spPr>
          <a:xfrm>
            <a:off x="6317484" y="2014538"/>
            <a:ext cx="4307160" cy="518874"/>
          </a:xfrm>
        </p:spPr>
        <p:txBody>
          <a:bodyPr/>
          <a:lstStyle>
            <a:lvl1pPr>
              <a:buNone/>
              <a:defRPr b="1"/>
            </a:lvl1pPr>
          </a:lstStyle>
          <a:p>
            <a:pPr lvl="0"/>
            <a:r>
              <a:rPr lang="en-US"/>
              <a:t>Click to add title</a:t>
            </a:r>
          </a:p>
        </p:txBody>
      </p:sp>
      <p:sp>
        <p:nvSpPr>
          <p:cNvPr id="28" name="Text Placeholder 25">
            <a:extLst>
              <a:ext uri="{FF2B5EF4-FFF2-40B4-BE49-F238E27FC236}">
                <a16:creationId xmlns:a16="http://schemas.microsoft.com/office/drawing/2014/main" id="{94619FC5-B03D-4276-8DBC-914C0A25B451}"/>
              </a:ext>
            </a:extLst>
          </p:cNvPr>
          <p:cNvSpPr>
            <a:spLocks noGrp="1"/>
          </p:cNvSpPr>
          <p:nvPr>
            <p:ph type="body" sz="quarter" idx="16" hasCustomPrompt="1"/>
          </p:nvPr>
        </p:nvSpPr>
        <p:spPr>
          <a:xfrm>
            <a:off x="6317484"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a:t>Click to add text</a:t>
            </a:r>
          </a:p>
        </p:txBody>
      </p:sp>
      <p:sp>
        <p:nvSpPr>
          <p:cNvPr id="20" name="Date Placeholder 178">
            <a:extLst>
              <a:ext uri="{FF2B5EF4-FFF2-40B4-BE49-F238E27FC236}">
                <a16:creationId xmlns:a16="http://schemas.microsoft.com/office/drawing/2014/main" id="{0074F3C0-04F3-47D1-A460-C08BEEEF6598}"/>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758A3ACE-AE1A-4D02-81AA-F028A49496C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E96438A-49EF-4161-928A-5483E9D633E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E323AC62-66C0-48E7-B7EF-4D2DFBE292DE}"/>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302667A9-FF11-4B3D-8F03-D1CBEC1100E4}"/>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62526CF3-68B0-4678-9FF1-C4074D92C0B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C8FA80C5-0AF9-4E9E-9258-7928ED4DA6A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12763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DC69EE-08C2-4573-A383-212F2152148A}"/>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8960DAF1-EA06-48DD-B352-E00071AE6AE5}"/>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3E04C944-590F-4E8A-93FD-114C635E06B1}"/>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F94F8F63-5843-4702-B051-4AB52DF7DE31}"/>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F00F67E0-08A5-41E9-96D4-346BDE562DA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F519DAA4-AB34-40EA-B769-E99C70A02712}"/>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E546AAE8-9480-4504-B6E4-28190AA0C77C}"/>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E52E878-0C0B-4CA9-B64D-8775E341FD09}"/>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698B443D-5774-4102-9897-9B19780930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CC166CC2-6EA4-420D-8132-C0188C96A19D}"/>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13398B68-EA12-44C5-BEB7-010640A8843C}"/>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805BF01E-3423-4868-8B01-6ACF362BE933}"/>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12FC972F-3283-4FF2-97B4-1096B8A2F41F}"/>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0A6C02E3-3094-499F-A339-CDF211F40AEC}"/>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9" name="Title 1">
            <a:extLst>
              <a:ext uri="{FF2B5EF4-FFF2-40B4-BE49-F238E27FC236}">
                <a16:creationId xmlns:a16="http://schemas.microsoft.com/office/drawing/2014/main" id="{D0C58A35-8A63-4692-8B63-9D9A21D8CC77}"/>
              </a:ext>
            </a:extLst>
          </p:cNvPr>
          <p:cNvSpPr>
            <a:spLocks noGrp="1"/>
          </p:cNvSpPr>
          <p:nvPr>
            <p:ph type="title" hasCustomPrompt="1"/>
          </p:nvPr>
        </p:nvSpPr>
        <p:spPr>
          <a:xfrm>
            <a:off x="1292868" y="358614"/>
            <a:ext cx="4150804" cy="1431000"/>
          </a:xfrm>
        </p:spPr>
        <p:txBody>
          <a:bodyPr anchor="t"/>
          <a:lstStyle>
            <a:lvl1pPr>
              <a:defRPr/>
            </a:lvl1pPr>
          </a:lstStyle>
          <a:p>
            <a:r>
              <a:rPr lang="en-US"/>
              <a:t>Click to add title</a:t>
            </a:r>
          </a:p>
        </p:txBody>
      </p:sp>
      <p:sp>
        <p:nvSpPr>
          <p:cNvPr id="29" name="Text Placeholder 23">
            <a:extLst>
              <a:ext uri="{FF2B5EF4-FFF2-40B4-BE49-F238E27FC236}">
                <a16:creationId xmlns:a16="http://schemas.microsoft.com/office/drawing/2014/main" id="{6FAB1B98-F750-4639-8CB7-0AE14F2222E5}"/>
              </a:ext>
            </a:extLst>
          </p:cNvPr>
          <p:cNvSpPr>
            <a:spLocks noGrp="1"/>
          </p:cNvSpPr>
          <p:nvPr>
            <p:ph type="body" sz="quarter" idx="13" hasCustomPrompt="1"/>
          </p:nvPr>
        </p:nvSpPr>
        <p:spPr>
          <a:xfrm>
            <a:off x="504392" y="2014538"/>
            <a:ext cx="3534208" cy="518874"/>
          </a:xfrm>
        </p:spPr>
        <p:txBody>
          <a:bodyPr/>
          <a:lstStyle>
            <a:lvl1pPr>
              <a:buNone/>
              <a:defRPr b="1"/>
            </a:lvl1pPr>
          </a:lstStyle>
          <a:p>
            <a:pPr lvl="0"/>
            <a:r>
              <a:rPr lang="en-US"/>
              <a:t>Click to add title</a:t>
            </a:r>
          </a:p>
        </p:txBody>
      </p:sp>
      <p:sp>
        <p:nvSpPr>
          <p:cNvPr id="30" name="Text Placeholder 25">
            <a:extLst>
              <a:ext uri="{FF2B5EF4-FFF2-40B4-BE49-F238E27FC236}">
                <a16:creationId xmlns:a16="http://schemas.microsoft.com/office/drawing/2014/main" id="{48E26416-085F-4E9B-87E9-A089A0F7E22C}"/>
              </a:ext>
            </a:extLst>
          </p:cNvPr>
          <p:cNvSpPr>
            <a:spLocks noGrp="1"/>
          </p:cNvSpPr>
          <p:nvPr>
            <p:ph type="body" sz="quarter" idx="14" hasCustomPrompt="1"/>
          </p:nvPr>
        </p:nvSpPr>
        <p:spPr>
          <a:xfrm>
            <a:off x="504392"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a:t>Click to add text</a:t>
            </a:r>
          </a:p>
        </p:txBody>
      </p:sp>
      <p:sp>
        <p:nvSpPr>
          <p:cNvPr id="31" name="Text Placeholder 23">
            <a:extLst>
              <a:ext uri="{FF2B5EF4-FFF2-40B4-BE49-F238E27FC236}">
                <a16:creationId xmlns:a16="http://schemas.microsoft.com/office/drawing/2014/main" id="{3DD7FA1E-4F94-4135-9C82-99F5F49837C6}"/>
              </a:ext>
            </a:extLst>
          </p:cNvPr>
          <p:cNvSpPr>
            <a:spLocks noGrp="1"/>
          </p:cNvSpPr>
          <p:nvPr>
            <p:ph type="body" sz="quarter" idx="15" hasCustomPrompt="1"/>
          </p:nvPr>
        </p:nvSpPr>
        <p:spPr>
          <a:xfrm>
            <a:off x="4356809" y="2014538"/>
            <a:ext cx="3534208" cy="518874"/>
          </a:xfrm>
        </p:spPr>
        <p:txBody>
          <a:bodyPr/>
          <a:lstStyle>
            <a:lvl1pPr>
              <a:buNone/>
              <a:defRPr b="1"/>
            </a:lvl1pPr>
          </a:lstStyle>
          <a:p>
            <a:pPr lvl="0"/>
            <a:r>
              <a:rPr lang="en-US"/>
              <a:t>Click to add title</a:t>
            </a:r>
          </a:p>
        </p:txBody>
      </p:sp>
      <p:sp>
        <p:nvSpPr>
          <p:cNvPr id="32" name="Text Placeholder 25">
            <a:extLst>
              <a:ext uri="{FF2B5EF4-FFF2-40B4-BE49-F238E27FC236}">
                <a16:creationId xmlns:a16="http://schemas.microsoft.com/office/drawing/2014/main" id="{F7AA6B3E-2A7F-4C5B-A703-3DA981212918}"/>
              </a:ext>
            </a:extLst>
          </p:cNvPr>
          <p:cNvSpPr>
            <a:spLocks noGrp="1"/>
          </p:cNvSpPr>
          <p:nvPr>
            <p:ph type="body" sz="quarter" idx="16" hasCustomPrompt="1"/>
          </p:nvPr>
        </p:nvSpPr>
        <p:spPr>
          <a:xfrm>
            <a:off x="4356809"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a:t>Click to add text</a:t>
            </a:r>
          </a:p>
        </p:txBody>
      </p:sp>
      <p:sp>
        <p:nvSpPr>
          <p:cNvPr id="33" name="Text Placeholder 23">
            <a:extLst>
              <a:ext uri="{FF2B5EF4-FFF2-40B4-BE49-F238E27FC236}">
                <a16:creationId xmlns:a16="http://schemas.microsoft.com/office/drawing/2014/main" id="{1A83EB8D-ED40-4BAC-80EE-11E74BA5D543}"/>
              </a:ext>
            </a:extLst>
          </p:cNvPr>
          <p:cNvSpPr>
            <a:spLocks noGrp="1"/>
          </p:cNvSpPr>
          <p:nvPr>
            <p:ph type="body" sz="quarter" idx="17" hasCustomPrompt="1"/>
          </p:nvPr>
        </p:nvSpPr>
        <p:spPr>
          <a:xfrm>
            <a:off x="8209226" y="2014538"/>
            <a:ext cx="3534208" cy="518874"/>
          </a:xfrm>
        </p:spPr>
        <p:txBody>
          <a:bodyPr/>
          <a:lstStyle>
            <a:lvl1pPr>
              <a:buNone/>
              <a:defRPr b="1"/>
            </a:lvl1pPr>
          </a:lstStyle>
          <a:p>
            <a:pPr lvl="0"/>
            <a:r>
              <a:rPr lang="en-US"/>
              <a:t>Click to add title</a:t>
            </a:r>
          </a:p>
        </p:txBody>
      </p:sp>
      <p:sp>
        <p:nvSpPr>
          <p:cNvPr id="34" name="Text Placeholder 25">
            <a:extLst>
              <a:ext uri="{FF2B5EF4-FFF2-40B4-BE49-F238E27FC236}">
                <a16:creationId xmlns:a16="http://schemas.microsoft.com/office/drawing/2014/main" id="{FAA48909-78A3-4225-8248-6AE681C50EA5}"/>
              </a:ext>
            </a:extLst>
          </p:cNvPr>
          <p:cNvSpPr>
            <a:spLocks noGrp="1"/>
          </p:cNvSpPr>
          <p:nvPr>
            <p:ph type="body" sz="quarter" idx="18" hasCustomPrompt="1"/>
          </p:nvPr>
        </p:nvSpPr>
        <p:spPr>
          <a:xfrm>
            <a:off x="8209226"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a:t>Click to add text</a:t>
            </a:r>
          </a:p>
        </p:txBody>
      </p:sp>
      <p:sp>
        <p:nvSpPr>
          <p:cNvPr id="20" name="Date Placeholder 178">
            <a:extLst>
              <a:ext uri="{FF2B5EF4-FFF2-40B4-BE49-F238E27FC236}">
                <a16:creationId xmlns:a16="http://schemas.microsoft.com/office/drawing/2014/main" id="{AB1287EA-2C67-487A-8E0D-2B45F7A503ED}"/>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B33A6E73-75FC-4E5B-80C2-C4D6F49ED7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7F3BA23-6B20-4DC1-A930-EC3BC07DD79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40939DF5-AC28-4DAD-BBF7-99448C2D5BEB}"/>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EBCF1BD2-77CD-45E1-B77C-6235C19B544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E22D69D-860B-4567-9CE7-F30E5450A692}"/>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16820B48-F149-4E55-A3C5-C6D97DCB0EBE}"/>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975797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2CDCAF-CD85-4662-A592-845D42A43C22}"/>
              </a:ext>
              <a:ext uri="{C183D7F6-B498-43B3-948B-1728B52AA6E4}">
                <adec:decorative xmlns:adec="http://schemas.microsoft.com/office/drawing/2017/decorative" val="1"/>
              </a:ext>
            </a:extLst>
          </p:cNvPr>
          <p:cNvGrpSpPr/>
          <p:nvPr userDrawn="1"/>
        </p:nvGrpSpPr>
        <p:grpSpPr>
          <a:xfrm>
            <a:off x="0" y="2"/>
            <a:ext cx="2232252" cy="2361890"/>
            <a:chOff x="0" y="2"/>
            <a:chExt cx="2232252" cy="2361890"/>
          </a:xfrm>
        </p:grpSpPr>
        <p:sp>
          <p:nvSpPr>
            <p:cNvPr id="3" name="Freeform: Shape 2">
              <a:extLst>
                <a:ext uri="{FF2B5EF4-FFF2-40B4-BE49-F238E27FC236}">
                  <a16:creationId xmlns:a16="http://schemas.microsoft.com/office/drawing/2014/main" id="{EFCE107D-488B-4994-BA9A-564E5774802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4CE23D58-D8BD-47F1-8A08-1545434EDDA0}"/>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5" name="Freeform: Shape 4">
              <a:extLst>
                <a:ext uri="{FF2B5EF4-FFF2-40B4-BE49-F238E27FC236}">
                  <a16:creationId xmlns:a16="http://schemas.microsoft.com/office/drawing/2014/main" id="{406603D7-A9AD-4936-90DC-D8A2A1F2D261}"/>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 name="Freeform: Shape 5">
              <a:extLst>
                <a:ext uri="{FF2B5EF4-FFF2-40B4-BE49-F238E27FC236}">
                  <a16:creationId xmlns:a16="http://schemas.microsoft.com/office/drawing/2014/main" id="{E9DA8193-AE04-4173-B7BB-C770C79E6340}"/>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 name="Title 1">
            <a:extLst>
              <a:ext uri="{FF2B5EF4-FFF2-40B4-BE49-F238E27FC236}">
                <a16:creationId xmlns:a16="http://schemas.microsoft.com/office/drawing/2014/main" id="{EA2796DC-5724-4DF5-8195-1FABE6D85544}"/>
              </a:ext>
            </a:extLst>
          </p:cNvPr>
          <p:cNvSpPr>
            <a:spLocks noGrp="1"/>
          </p:cNvSpPr>
          <p:nvPr>
            <p:ph type="title"/>
          </p:nvPr>
        </p:nvSpPr>
        <p:spPr>
          <a:xfrm>
            <a:off x="2232251" y="633046"/>
            <a:ext cx="3863749" cy="1314996"/>
          </a:xfrm>
        </p:spPr>
        <p:txBody>
          <a:bodyPr anchor="b"/>
          <a:lstStyle/>
          <a:p>
            <a:endParaRPr lang="en-US"/>
          </a:p>
        </p:txBody>
      </p:sp>
      <p:sp>
        <p:nvSpPr>
          <p:cNvPr id="7" name="Content Placeholder 2">
            <a:extLst>
              <a:ext uri="{FF2B5EF4-FFF2-40B4-BE49-F238E27FC236}">
                <a16:creationId xmlns:a16="http://schemas.microsoft.com/office/drawing/2014/main" id="{0B187FF7-DB6C-4C1A-9548-14E8A3C25529}"/>
              </a:ext>
            </a:extLst>
          </p:cNvPr>
          <p:cNvSpPr>
            <a:spLocks noGrp="1"/>
          </p:cNvSpPr>
          <p:nvPr>
            <p:ph idx="1" hasCustomPrompt="1"/>
          </p:nvPr>
        </p:nvSpPr>
        <p:spPr>
          <a:xfrm>
            <a:off x="2232251" y="2125737"/>
            <a:ext cx="3863749" cy="4044463"/>
          </a:xfrm>
        </p:spPr>
        <p:txBody>
          <a:bodyPr>
            <a:normAutofit/>
          </a:bodyPr>
          <a:lstStyle>
            <a:lvl1pPr marL="0" indent="0">
              <a:lnSpc>
                <a:spcPct val="120000"/>
              </a:lnSpc>
              <a:buNone/>
              <a:defRPr sz="1800"/>
            </a:lvl1pPr>
          </a:lstStyle>
          <a:p>
            <a:pPr>
              <a:lnSpc>
                <a:spcPct val="130000"/>
              </a:lnSpc>
            </a:pPr>
            <a:r>
              <a:rPr lang="en-US"/>
              <a:t>Content</a:t>
            </a:r>
          </a:p>
        </p:txBody>
      </p:sp>
      <p:sp>
        <p:nvSpPr>
          <p:cNvPr id="11" name="Date Placeholder 178">
            <a:extLst>
              <a:ext uri="{FF2B5EF4-FFF2-40B4-BE49-F238E27FC236}">
                <a16:creationId xmlns:a16="http://schemas.microsoft.com/office/drawing/2014/main" id="{B7A60214-A813-4C22-B24B-04F723FF4DEA}"/>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E4AFDD-7CB2-4D20-AC1F-52C2EB5197C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8" name="Picture Placeholder 27">
            <a:extLst>
              <a:ext uri="{FF2B5EF4-FFF2-40B4-BE49-F238E27FC236}">
                <a16:creationId xmlns:a16="http://schemas.microsoft.com/office/drawing/2014/main" id="{659DC90E-7284-4051-85CA-D8C21417DF7F}"/>
              </a:ext>
            </a:extLst>
          </p:cNvPr>
          <p:cNvSpPr>
            <a:spLocks noGrp="1"/>
          </p:cNvSpPr>
          <p:nvPr>
            <p:ph type="pic" sz="quarter" idx="14"/>
          </p:nvPr>
        </p:nvSpPr>
        <p:spPr>
          <a:xfrm>
            <a:off x="6423487" y="929609"/>
            <a:ext cx="2518114" cy="2518114"/>
          </a:xfrm>
          <a:custGeom>
            <a:avLst/>
            <a:gdLst>
              <a:gd name="connsiteX0" fmla="*/ 1259057 w 2518114"/>
              <a:gd name="connsiteY0" fmla="*/ 0 h 2518114"/>
              <a:gd name="connsiteX1" fmla="*/ 2518114 w 2518114"/>
              <a:gd name="connsiteY1" fmla="*/ 1259057 h 2518114"/>
              <a:gd name="connsiteX2" fmla="*/ 1259057 w 2518114"/>
              <a:gd name="connsiteY2" fmla="*/ 2518114 h 2518114"/>
              <a:gd name="connsiteX3" fmla="*/ 0 w 2518114"/>
              <a:gd name="connsiteY3" fmla="*/ 1259057 h 2518114"/>
              <a:gd name="connsiteX4" fmla="*/ 1259057 w 2518114"/>
              <a:gd name="connsiteY4" fmla="*/ 0 h 251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8114" h="2518114">
                <a:moveTo>
                  <a:pt x="1259057" y="0"/>
                </a:moveTo>
                <a:cubicBezTo>
                  <a:pt x="1954415" y="0"/>
                  <a:pt x="2518114" y="563699"/>
                  <a:pt x="2518114" y="1259057"/>
                </a:cubicBezTo>
                <a:cubicBezTo>
                  <a:pt x="2518114" y="1954415"/>
                  <a:pt x="1954415" y="2518114"/>
                  <a:pt x="1259057" y="2518114"/>
                </a:cubicBezTo>
                <a:cubicBezTo>
                  <a:pt x="563699" y="2518114"/>
                  <a:pt x="0" y="1954415"/>
                  <a:pt x="0" y="1259057"/>
                </a:cubicBezTo>
                <a:cubicBezTo>
                  <a:pt x="0" y="563699"/>
                  <a:pt x="563699" y="0"/>
                  <a:pt x="1259057" y="0"/>
                </a:cubicBezTo>
                <a:close/>
              </a:path>
            </a:pathLst>
          </a:custGeom>
        </p:spPr>
        <p:txBody>
          <a:bodyPr wrap="square">
            <a:noAutofit/>
          </a:bodyPr>
          <a:lstStyle/>
          <a:p>
            <a:endParaRPr lang="en-US"/>
          </a:p>
        </p:txBody>
      </p:sp>
      <p:sp>
        <p:nvSpPr>
          <p:cNvPr id="25" name="Picture Placeholder 24">
            <a:extLst>
              <a:ext uri="{FF2B5EF4-FFF2-40B4-BE49-F238E27FC236}">
                <a16:creationId xmlns:a16="http://schemas.microsoft.com/office/drawing/2014/main" id="{D399D5A9-622F-4A19-AC14-CE115C15E60E}"/>
              </a:ext>
            </a:extLst>
          </p:cNvPr>
          <p:cNvSpPr>
            <a:spLocks noGrp="1"/>
          </p:cNvSpPr>
          <p:nvPr>
            <p:ph type="pic" sz="quarter" idx="13"/>
          </p:nvPr>
        </p:nvSpPr>
        <p:spPr>
          <a:xfrm>
            <a:off x="9090426" y="86636"/>
            <a:ext cx="2952748" cy="2952748"/>
          </a:xfrm>
          <a:custGeom>
            <a:avLst/>
            <a:gdLst>
              <a:gd name="connsiteX0" fmla="*/ 1476374 w 2952748"/>
              <a:gd name="connsiteY0" fmla="*/ 0 h 2952748"/>
              <a:gd name="connsiteX1" fmla="*/ 2952748 w 2952748"/>
              <a:gd name="connsiteY1" fmla="*/ 1476374 h 2952748"/>
              <a:gd name="connsiteX2" fmla="*/ 1476374 w 2952748"/>
              <a:gd name="connsiteY2" fmla="*/ 2952748 h 2952748"/>
              <a:gd name="connsiteX3" fmla="*/ 0 w 2952748"/>
              <a:gd name="connsiteY3" fmla="*/ 1476374 h 2952748"/>
              <a:gd name="connsiteX4" fmla="*/ 1476374 w 2952748"/>
              <a:gd name="connsiteY4" fmla="*/ 0 h 295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48" h="2952748">
                <a:moveTo>
                  <a:pt x="1476374" y="0"/>
                </a:moveTo>
                <a:cubicBezTo>
                  <a:pt x="2291753" y="0"/>
                  <a:pt x="2952748" y="660995"/>
                  <a:pt x="2952748" y="1476374"/>
                </a:cubicBezTo>
                <a:cubicBezTo>
                  <a:pt x="2952748" y="2291753"/>
                  <a:pt x="2291753" y="2952748"/>
                  <a:pt x="1476374" y="2952748"/>
                </a:cubicBezTo>
                <a:cubicBezTo>
                  <a:pt x="660995" y="2952748"/>
                  <a:pt x="0" y="2291753"/>
                  <a:pt x="0" y="1476374"/>
                </a:cubicBezTo>
                <a:cubicBezTo>
                  <a:pt x="0" y="660995"/>
                  <a:pt x="660995" y="0"/>
                  <a:pt x="1476374" y="0"/>
                </a:cubicBezTo>
                <a:close/>
              </a:path>
            </a:pathLst>
          </a:custGeom>
        </p:spPr>
        <p:txBody>
          <a:bodyPr wrap="square">
            <a:noAutofit/>
          </a:bodyPr>
          <a:lstStyle/>
          <a:p>
            <a:endParaRPr lang="en-US"/>
          </a:p>
        </p:txBody>
      </p:sp>
      <p:grpSp>
        <p:nvGrpSpPr>
          <p:cNvPr id="9" name="Group 8">
            <a:extLst>
              <a:ext uri="{FF2B5EF4-FFF2-40B4-BE49-F238E27FC236}">
                <a16:creationId xmlns:a16="http://schemas.microsoft.com/office/drawing/2014/main" id="{8DB95C10-057C-4318-8E35-14CA6421DBCA}"/>
              </a:ext>
              <a:ext uri="{C183D7F6-B498-43B3-948B-1728B52AA6E4}">
                <adec:decorative xmlns:adec="http://schemas.microsoft.com/office/drawing/2017/decorative" val="1"/>
              </a:ext>
            </a:extLst>
          </p:cNvPr>
          <p:cNvGrpSpPr/>
          <p:nvPr userDrawn="1"/>
        </p:nvGrpSpPr>
        <p:grpSpPr>
          <a:xfrm>
            <a:off x="10051176" y="4803984"/>
            <a:ext cx="2140824" cy="2054016"/>
            <a:chOff x="10051176" y="4803984"/>
            <a:chExt cx="2140824" cy="2054016"/>
          </a:xfrm>
        </p:grpSpPr>
        <p:sp>
          <p:nvSpPr>
            <p:cNvPr id="12" name="Freeform: Shape 11">
              <a:extLst>
                <a:ext uri="{FF2B5EF4-FFF2-40B4-BE49-F238E27FC236}">
                  <a16:creationId xmlns:a16="http://schemas.microsoft.com/office/drawing/2014/main" id="{CBE7134B-D795-425D-A988-E8D6CD66E8EF}"/>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43741EC-3B24-4CBF-99F9-F7F4944C0438}"/>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2" name="Picture Placeholder 31">
            <a:extLst>
              <a:ext uri="{FF2B5EF4-FFF2-40B4-BE49-F238E27FC236}">
                <a16:creationId xmlns:a16="http://schemas.microsoft.com/office/drawing/2014/main" id="{A981E0B7-6C4A-4ABD-9E79-2CC68B36BABC}"/>
              </a:ext>
            </a:extLst>
          </p:cNvPr>
          <p:cNvSpPr>
            <a:spLocks noGrp="1"/>
          </p:cNvSpPr>
          <p:nvPr>
            <p:ph type="pic" sz="quarter" idx="15"/>
          </p:nvPr>
        </p:nvSpPr>
        <p:spPr>
          <a:xfrm>
            <a:off x="7682545" y="3175909"/>
            <a:ext cx="3454390" cy="3454390"/>
          </a:xfrm>
          <a:custGeom>
            <a:avLst/>
            <a:gdLst>
              <a:gd name="connsiteX0" fmla="*/ 1727195 w 3454390"/>
              <a:gd name="connsiteY0" fmla="*/ 0 h 3454390"/>
              <a:gd name="connsiteX1" fmla="*/ 3454390 w 3454390"/>
              <a:gd name="connsiteY1" fmla="*/ 1727195 h 3454390"/>
              <a:gd name="connsiteX2" fmla="*/ 1727195 w 3454390"/>
              <a:gd name="connsiteY2" fmla="*/ 3454390 h 3454390"/>
              <a:gd name="connsiteX3" fmla="*/ 0 w 3454390"/>
              <a:gd name="connsiteY3" fmla="*/ 1727195 h 3454390"/>
              <a:gd name="connsiteX4" fmla="*/ 1727195 w 3454390"/>
              <a:gd name="connsiteY4" fmla="*/ 0 h 3454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4390" h="3454390">
                <a:moveTo>
                  <a:pt x="1727195" y="0"/>
                </a:moveTo>
                <a:cubicBezTo>
                  <a:pt x="2681098" y="0"/>
                  <a:pt x="3454390" y="773292"/>
                  <a:pt x="3454390" y="1727195"/>
                </a:cubicBezTo>
                <a:cubicBezTo>
                  <a:pt x="3454390" y="2681098"/>
                  <a:pt x="2681098" y="3454390"/>
                  <a:pt x="1727195" y="3454390"/>
                </a:cubicBezTo>
                <a:cubicBezTo>
                  <a:pt x="773292" y="3454390"/>
                  <a:pt x="0" y="2681098"/>
                  <a:pt x="0" y="1727195"/>
                </a:cubicBezTo>
                <a:cubicBezTo>
                  <a:pt x="0" y="773292"/>
                  <a:pt x="773292" y="0"/>
                  <a:pt x="1727195" y="0"/>
                </a:cubicBezTo>
                <a:close/>
              </a:path>
            </a:pathLst>
          </a:custGeom>
        </p:spPr>
        <p:txBody>
          <a:bodyPr wrap="square">
            <a:noAutofit/>
          </a:bodyPr>
          <a:lstStyle/>
          <a:p>
            <a:endParaRPr lang="en-US"/>
          </a:p>
        </p:txBody>
      </p:sp>
      <p:sp>
        <p:nvSpPr>
          <p:cNvPr id="21" name="Footer Placeholder 179">
            <a:extLst>
              <a:ext uri="{FF2B5EF4-FFF2-40B4-BE49-F238E27FC236}">
                <a16:creationId xmlns:a16="http://schemas.microsoft.com/office/drawing/2014/main" id="{4E9FB417-D03A-4615-A2E4-F1D3EF9782A4}"/>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389AD2FD-902A-43AD-8B8C-AABCC05CEF1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149203597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8968B4A-D2FD-4982-8334-0183B81B5317}"/>
              </a:ext>
              <a:ext uri="{C183D7F6-B498-43B3-948B-1728B52AA6E4}">
                <adec:decorative xmlns:adec="http://schemas.microsoft.com/office/drawing/2017/decorative" val="1"/>
              </a:ext>
            </a:extLst>
          </p:cNvPr>
          <p:cNvGrpSpPr/>
          <p:nvPr userDrawn="1"/>
        </p:nvGrpSpPr>
        <p:grpSpPr>
          <a:xfrm>
            <a:off x="6835096" y="657544"/>
            <a:ext cx="4843727" cy="5534144"/>
            <a:chOff x="1674895" y="1345036"/>
            <a:chExt cx="5428610" cy="4210939"/>
          </a:xfrm>
        </p:grpSpPr>
        <p:sp>
          <p:nvSpPr>
            <p:cNvPr id="5" name="Rectangle 4">
              <a:extLst>
                <a:ext uri="{FF2B5EF4-FFF2-40B4-BE49-F238E27FC236}">
                  <a16:creationId xmlns:a16="http://schemas.microsoft.com/office/drawing/2014/main" id="{643A288F-C28C-4225-9247-AF58A824B944}"/>
                </a:ext>
              </a:extLst>
            </p:cNvPr>
            <p:cNvSpPr/>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 name="Rectangle 5">
              <a:extLst>
                <a:ext uri="{FF2B5EF4-FFF2-40B4-BE49-F238E27FC236}">
                  <a16:creationId xmlns:a16="http://schemas.microsoft.com/office/drawing/2014/main" id="{B362DD31-8718-4A1F-966C-96DD1FE1C299}"/>
                </a:ext>
              </a:extLst>
            </p:cNvPr>
            <p:cNvSpPr/>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useBgFill="1">
        <p:nvSpPr>
          <p:cNvPr id="7" name="Rectangle 6">
            <a:extLst>
              <a:ext uri="{FF2B5EF4-FFF2-40B4-BE49-F238E27FC236}">
                <a16:creationId xmlns:a16="http://schemas.microsoft.com/office/drawing/2014/main" id="{014FAF08-7ED8-4FA5-BD29-1D7472D4A37A}"/>
              </a:ext>
              <a:ext uri="{C183D7F6-B498-43B3-948B-1728B52AA6E4}">
                <adec:decorative xmlns:adec="http://schemas.microsoft.com/office/drawing/2017/decorative" val="1"/>
              </a:ext>
            </a:extLst>
          </p:cNvPr>
          <p:cNvSpPr/>
          <p:nvPr userDrawn="1"/>
        </p:nvSpPr>
        <p:spPr>
          <a:xfrm>
            <a:off x="6688435" y="401247"/>
            <a:ext cx="4860256" cy="5669873"/>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Title 1">
            <a:extLst>
              <a:ext uri="{FF2B5EF4-FFF2-40B4-BE49-F238E27FC236}">
                <a16:creationId xmlns:a16="http://schemas.microsoft.com/office/drawing/2014/main" id="{568ABF40-D991-4FCE-943D-B4F291810CBD}"/>
              </a:ext>
            </a:extLst>
          </p:cNvPr>
          <p:cNvSpPr>
            <a:spLocks noGrp="1"/>
          </p:cNvSpPr>
          <p:nvPr>
            <p:ph type="ctrTitle" hasCustomPrompt="1"/>
          </p:nvPr>
        </p:nvSpPr>
        <p:spPr>
          <a:xfrm>
            <a:off x="7012297" y="786881"/>
            <a:ext cx="4203323" cy="2927350"/>
          </a:xfrm>
        </p:spPr>
        <p:txBody>
          <a:bodyPr>
            <a:normAutofit/>
          </a:bodyPr>
          <a:lstStyle>
            <a:lvl1pPr algn="ctr">
              <a:defRPr sz="6000" b="1" spc="1500" baseline="0"/>
            </a:lvl1pPr>
          </a:lstStyle>
          <a:p>
            <a:r>
              <a:rPr lang="en-US"/>
              <a:t>CLICK TO ADD TITLE</a:t>
            </a:r>
          </a:p>
        </p:txBody>
      </p:sp>
      <p:sp>
        <p:nvSpPr>
          <p:cNvPr id="9" name="Subtitle 2">
            <a:extLst>
              <a:ext uri="{FF2B5EF4-FFF2-40B4-BE49-F238E27FC236}">
                <a16:creationId xmlns:a16="http://schemas.microsoft.com/office/drawing/2014/main" id="{70199C9F-8FAF-4960-9022-506D5D8424DB}"/>
              </a:ext>
            </a:extLst>
          </p:cNvPr>
          <p:cNvSpPr>
            <a:spLocks noGrp="1"/>
          </p:cNvSpPr>
          <p:nvPr>
            <p:ph type="subTitle" idx="1" hasCustomPrompt="1"/>
          </p:nvPr>
        </p:nvSpPr>
        <p:spPr>
          <a:xfrm>
            <a:off x="7012297" y="3970527"/>
            <a:ext cx="4203323" cy="1647919"/>
          </a:xfrm>
        </p:spPr>
        <p:txBody>
          <a:bodyPr>
            <a:normAutofit/>
          </a:bodyPr>
          <a:lstStyle>
            <a:lvl1pPr marL="0" algn="ctr">
              <a:buNone/>
              <a:defRPr sz="2400" b="0" spc="400" baseline="0"/>
            </a:lvl1pPr>
          </a:lstStyle>
          <a:p>
            <a:r>
              <a:rPr lang="en-US"/>
              <a:t>CLICK TO ADD SUBTITLE</a:t>
            </a:r>
          </a:p>
        </p:txBody>
      </p:sp>
      <p:sp>
        <p:nvSpPr>
          <p:cNvPr id="27" name="Picture Placeholder 25">
            <a:extLst>
              <a:ext uri="{FF2B5EF4-FFF2-40B4-BE49-F238E27FC236}">
                <a16:creationId xmlns:a16="http://schemas.microsoft.com/office/drawing/2014/main" id="{0AAD2801-C4B6-4F9D-8713-2109D15B120E}"/>
              </a:ext>
            </a:extLst>
          </p:cNvPr>
          <p:cNvSpPr>
            <a:spLocks noGrp="1"/>
          </p:cNvSpPr>
          <p:nvPr>
            <p:ph type="pic" sz="quarter" idx="13" hasCustomPrompt="1"/>
          </p:nvPr>
        </p:nvSpPr>
        <p:spPr>
          <a:xfrm>
            <a:off x="1292225" y="1149350"/>
            <a:ext cx="4792663" cy="4227513"/>
          </a:xfrm>
        </p:spPr>
        <p:txBody>
          <a:bodyPr/>
          <a:lstStyle>
            <a:lvl1pPr>
              <a:buNone/>
              <a:defRPr/>
            </a:lvl1pPr>
          </a:lstStyle>
          <a:p>
            <a:r>
              <a:rPr lang="en-US"/>
              <a:t>Click to add photo</a:t>
            </a:r>
          </a:p>
        </p:txBody>
      </p:sp>
      <p:grpSp>
        <p:nvGrpSpPr>
          <p:cNvPr id="18" name="Graphic 185">
            <a:extLst>
              <a:ext uri="{FF2B5EF4-FFF2-40B4-BE49-F238E27FC236}">
                <a16:creationId xmlns:a16="http://schemas.microsoft.com/office/drawing/2014/main" id="{93CF5D64-69BB-4E77-ADC8-7D645E7AA4F1}"/>
              </a:ext>
              <a:ext uri="{C183D7F6-B498-43B3-948B-1728B52AA6E4}">
                <adec:decorative xmlns:adec="http://schemas.microsoft.com/office/drawing/2017/decorative" val="1"/>
              </a:ext>
            </a:extLst>
          </p:cNvPr>
          <p:cNvGrpSpPr/>
          <p:nvPr userDrawn="1"/>
        </p:nvGrpSpPr>
        <p:grpSpPr>
          <a:xfrm>
            <a:off x="3220677" y="5565632"/>
            <a:ext cx="1054467" cy="469689"/>
            <a:chOff x="9841624" y="4115729"/>
            <a:chExt cx="602170" cy="268223"/>
          </a:xfrm>
          <a:solidFill>
            <a:schemeClr val="tx1"/>
          </a:solidFill>
        </p:grpSpPr>
        <p:sp>
          <p:nvSpPr>
            <p:cNvPr id="19" name="Freeform: Shape 18">
              <a:extLst>
                <a:ext uri="{FF2B5EF4-FFF2-40B4-BE49-F238E27FC236}">
                  <a16:creationId xmlns:a16="http://schemas.microsoft.com/office/drawing/2014/main" id="{019D8F1E-2249-41BC-B8BD-4C8F7824B1B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0834381D-9229-4B35-A551-0A2EBC5395D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D9AAD997-2ABB-43CB-81B3-6508602D44B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D77AF2C8-42E5-4E03-B110-57855A3EA4A0}"/>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A98E12C-BD74-4556-8CE5-24BDB9B9295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16" name="Date Placeholder 8">
            <a:extLst>
              <a:ext uri="{FF2B5EF4-FFF2-40B4-BE49-F238E27FC236}">
                <a16:creationId xmlns:a16="http://schemas.microsoft.com/office/drawing/2014/main" id="{19544747-A258-414B-A18E-FE0D00F027A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16A50D-34F2-44A7-8571-190078F734C3}"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4/30/2026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7" name="Footer Placeholder 9">
            <a:extLst>
              <a:ext uri="{FF2B5EF4-FFF2-40B4-BE49-F238E27FC236}">
                <a16:creationId xmlns:a16="http://schemas.microsoft.com/office/drawing/2014/main" id="{80C9B95E-5D5F-4B79-BBC6-AA8023F361C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4" name="Slide Number Placeholder 10">
            <a:extLst>
              <a:ext uri="{FF2B5EF4-FFF2-40B4-BE49-F238E27FC236}">
                <a16:creationId xmlns:a16="http://schemas.microsoft.com/office/drawing/2014/main" id="{B5FBBF51-B6B9-4243-98A9-DDFADA05411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50C42-9A0B-4425-92C2-70FCF7C45734}"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29" name="Group 28">
            <a:extLst>
              <a:ext uri="{FF2B5EF4-FFF2-40B4-BE49-F238E27FC236}">
                <a16:creationId xmlns:a16="http://schemas.microsoft.com/office/drawing/2014/main" id="{1999C8F0-23CF-43DE-A39C-94B126C6EF63}"/>
              </a:ext>
              <a:ext uri="{C183D7F6-B498-43B3-948B-1728B52AA6E4}">
                <adec:decorative xmlns:adec="http://schemas.microsoft.com/office/drawing/2017/decorative" val="1"/>
              </a:ext>
            </a:extLst>
          </p:cNvPr>
          <p:cNvGrpSpPr/>
          <p:nvPr userDrawn="1"/>
        </p:nvGrpSpPr>
        <p:grpSpPr>
          <a:xfrm>
            <a:off x="0" y="431836"/>
            <a:ext cx="1861854" cy="717514"/>
            <a:chOff x="0" y="1580033"/>
            <a:chExt cx="1861854" cy="717514"/>
          </a:xfrm>
        </p:grpSpPr>
        <p:sp>
          <p:nvSpPr>
            <p:cNvPr id="30" name="Freeform: Shape 29">
              <a:extLst>
                <a:ext uri="{FF2B5EF4-FFF2-40B4-BE49-F238E27FC236}">
                  <a16:creationId xmlns:a16="http://schemas.microsoft.com/office/drawing/2014/main" id="{1F9B7492-8A54-4020-83A1-E2AEE5724245}"/>
                </a:ext>
                <a:ext uri="{C183D7F6-B498-43B3-948B-1728B52AA6E4}">
                  <adec:decorative xmlns:adec="http://schemas.microsoft.com/office/drawing/2017/decorative" val="1"/>
                </a:ext>
              </a:extLst>
            </p:cNvPr>
            <p:cNvSpPr/>
            <p:nvPr userDrawn="1"/>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39DA5407-EA48-4921-BA3C-71E94101C72C}"/>
                </a:ext>
                <a:ext uri="{C183D7F6-B498-43B3-948B-1728B52AA6E4}">
                  <adec:decorative xmlns:adec="http://schemas.microsoft.com/office/drawing/2017/decorative" val="1"/>
                </a:ext>
              </a:extLst>
            </p:cNvPr>
            <p:cNvSpPr/>
            <p:nvPr userDrawn="1"/>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35" name="Group 34">
            <a:extLst>
              <a:ext uri="{FF2B5EF4-FFF2-40B4-BE49-F238E27FC236}">
                <a16:creationId xmlns:a16="http://schemas.microsoft.com/office/drawing/2014/main" id="{0AC95BD4-4EFC-45C6-B985-229FD300B1ED}"/>
              </a:ext>
              <a:ext uri="{C183D7F6-B498-43B3-948B-1728B52AA6E4}">
                <adec:decorative xmlns:adec="http://schemas.microsoft.com/office/drawing/2017/decorative" val="1"/>
              </a:ext>
            </a:extLst>
          </p:cNvPr>
          <p:cNvGrpSpPr/>
          <p:nvPr userDrawn="1"/>
        </p:nvGrpSpPr>
        <p:grpSpPr>
          <a:xfrm>
            <a:off x="6519255" y="3650586"/>
            <a:ext cx="319941" cy="319941"/>
            <a:chOff x="1126512" y="4357092"/>
            <a:chExt cx="319941" cy="319941"/>
          </a:xfrm>
        </p:grpSpPr>
        <p:sp>
          <p:nvSpPr>
            <p:cNvPr id="36" name="Oval 35">
              <a:extLst>
                <a:ext uri="{FF2B5EF4-FFF2-40B4-BE49-F238E27FC236}">
                  <a16:creationId xmlns:a16="http://schemas.microsoft.com/office/drawing/2014/main" id="{A4784AD1-E3D1-4566-9041-95AAA1DA8101}"/>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7" name="Oval 36">
              <a:extLst>
                <a:ext uri="{FF2B5EF4-FFF2-40B4-BE49-F238E27FC236}">
                  <a16:creationId xmlns:a16="http://schemas.microsoft.com/office/drawing/2014/main" id="{0147C571-802C-479F-B289-5F5D178E92EA}"/>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Tree>
    <p:extLst>
      <p:ext uri="{BB962C8B-B14F-4D97-AF65-F5344CB8AC3E}">
        <p14:creationId xmlns:p14="http://schemas.microsoft.com/office/powerpoint/2010/main" val="2480015253"/>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884E0F3D-4529-453A-AD51-82F68FA8ECED}" type="datetimeFigureOut">
              <a:rPr lang="en-US" smtClean="0"/>
              <a:t>4/30/2026</a:t>
            </a:fld>
            <a:endParaRPr lang="en-US"/>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endParaRPr lang="en-US"/>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5EA792F7-1D9E-4C7E-A103-E8EDFDC2691E}" type="slidenum">
              <a:rPr lang="en-US" smtClean="0"/>
              <a:t>‹#›</a:t>
            </a:fld>
            <a:endParaRPr lang="en-US"/>
          </a:p>
        </p:txBody>
      </p:sp>
    </p:spTree>
    <p:extLst>
      <p:ext uri="{BB962C8B-B14F-4D97-AF65-F5344CB8AC3E}">
        <p14:creationId xmlns:p14="http://schemas.microsoft.com/office/powerpoint/2010/main" val="405275744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5"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79">
            <a:extLst>
              <a:ext uri="{FF2B5EF4-FFF2-40B4-BE49-F238E27FC236}">
                <a16:creationId xmlns:a16="http://schemas.microsoft.com/office/drawing/2014/main" id="{02394CBA-755F-42B7-BF28-BDBB599FAAFF}"/>
              </a:ext>
            </a:extLst>
          </p:cNvPr>
          <p:cNvSpPr>
            <a:spLocks noGrp="1"/>
          </p:cNvSpPr>
          <p:nvPr>
            <p:ph type="ctrTitle"/>
          </p:nvPr>
        </p:nvSpPr>
        <p:spPr>
          <a:xfrm>
            <a:off x="1516332" y="400928"/>
            <a:ext cx="4579668" cy="3028072"/>
          </a:xfrm>
        </p:spPr>
        <p:txBody>
          <a:bodyPr>
            <a:normAutofit/>
          </a:bodyPr>
          <a:lstStyle/>
          <a:p>
            <a:r>
              <a:rPr lang="en-US" sz="4400" dirty="0"/>
              <a:t>PROJ300</a:t>
            </a:r>
            <a:br>
              <a:rPr lang="en-US" sz="4400" dirty="0"/>
            </a:br>
            <a:r>
              <a:rPr lang="en-US" sz="4400" dirty="0"/>
              <a:t>VIVA</a:t>
            </a:r>
          </a:p>
        </p:txBody>
      </p:sp>
      <p:sp>
        <p:nvSpPr>
          <p:cNvPr id="81" name="Subtitle 80">
            <a:extLst>
              <a:ext uri="{FF2B5EF4-FFF2-40B4-BE49-F238E27FC236}">
                <a16:creationId xmlns:a16="http://schemas.microsoft.com/office/drawing/2014/main" id="{3F9E8A38-46A0-49FF-8F72-481E44F49E38}"/>
              </a:ext>
            </a:extLst>
          </p:cNvPr>
          <p:cNvSpPr>
            <a:spLocks noGrp="1"/>
          </p:cNvSpPr>
          <p:nvPr>
            <p:ph type="subTitle" idx="1"/>
          </p:nvPr>
        </p:nvSpPr>
        <p:spPr>
          <a:xfrm>
            <a:off x="1521269" y="3273552"/>
            <a:ext cx="4579668" cy="1984248"/>
          </a:xfrm>
        </p:spPr>
        <p:txBody>
          <a:bodyPr>
            <a:normAutofit fontScale="92500" lnSpcReduction="10000"/>
          </a:bodyPr>
          <a:lstStyle/>
          <a:p>
            <a:r>
              <a:rPr lang="en-GB" b="1" i="1" dirty="0"/>
              <a:t>Interactive Parrot Robot with Face Tracking, Emotion Recognition and Voice Repetition</a:t>
            </a:r>
            <a:endParaRPr lang="en-GB" b="1" dirty="0"/>
          </a:p>
          <a:p>
            <a:endParaRPr lang="en-US" dirty="0"/>
          </a:p>
          <a:p>
            <a:r>
              <a:rPr lang="en-US" dirty="0"/>
              <a:t>By Emma Shah</a:t>
            </a:r>
          </a:p>
        </p:txBody>
      </p:sp>
      <p:pic>
        <p:nvPicPr>
          <p:cNvPr id="4" name="Picture Placeholder 3">
            <a:extLst>
              <a:ext uri="{FF2B5EF4-FFF2-40B4-BE49-F238E27FC236}">
                <a16:creationId xmlns:a16="http://schemas.microsoft.com/office/drawing/2014/main" id="{A1FBA9D1-FD76-99E7-2A65-6D720B558B67}"/>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l="27066" r="27066"/>
          <a:stretch>
            <a:fillRect/>
          </a:stretch>
        </p:blipFill>
        <p:spPr bwMode="auto">
          <a:prstGeom prst="rect">
            <a:avLst/>
          </a:prstGeom>
          <a:noFill/>
          <a:ln w="57150">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813137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31" name="Freeform: Shape 30">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7" name="Oval 26">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39" name="Rectangle 3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17443-10BC-4078-8CF2-23E75B0CC2D2}"/>
              </a:ext>
            </a:extLst>
          </p:cNvPr>
          <p:cNvSpPr>
            <a:spLocks noGrp="1"/>
          </p:cNvSpPr>
          <p:nvPr>
            <p:ph type="title"/>
          </p:nvPr>
        </p:nvSpPr>
        <p:spPr>
          <a:xfrm>
            <a:off x="6621521" y="282800"/>
            <a:ext cx="5181280" cy="1288673"/>
          </a:xfrm>
        </p:spPr>
        <p:txBody>
          <a:bodyPr vert="horz" lIns="91440" tIns="45720" rIns="91440" bIns="45720" rtlCol="0" anchor="b">
            <a:normAutofit/>
          </a:bodyPr>
          <a:lstStyle/>
          <a:p>
            <a:r>
              <a:rPr lang="en-US" b="1" spc="1500" dirty="0">
                <a:solidFill>
                  <a:prstClr val="black"/>
                </a:solidFill>
              </a:rPr>
              <a:t>Project Aim</a:t>
            </a:r>
            <a:endParaRPr lang="en-GB" dirty="0"/>
          </a:p>
        </p:txBody>
      </p:sp>
      <p:grpSp>
        <p:nvGrpSpPr>
          <p:cNvPr id="41" name="Group 40">
            <a:extLst>
              <a:ext uri="{FF2B5EF4-FFF2-40B4-BE49-F238E27FC236}">
                <a16:creationId xmlns:a16="http://schemas.microsoft.com/office/drawing/2014/main" id="{B22DF5E2-0CD7-4BEC-8FBD-DD7AC1DEC6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35537" y="618698"/>
            <a:ext cx="365021" cy="365021"/>
            <a:chOff x="149345" y="10991595"/>
            <a:chExt cx="365021" cy="365021"/>
          </a:xfrm>
        </p:grpSpPr>
        <p:sp>
          <p:nvSpPr>
            <p:cNvPr id="42" name="Oval 41">
              <a:extLst>
                <a:ext uri="{FF2B5EF4-FFF2-40B4-BE49-F238E27FC236}">
                  <a16:creationId xmlns:a16="http://schemas.microsoft.com/office/drawing/2014/main" id="{037C701E-5151-4086-9CF2-7F44AA38A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9345" y="10991595"/>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Oval 42">
              <a:extLst>
                <a:ext uri="{FF2B5EF4-FFF2-40B4-BE49-F238E27FC236}">
                  <a16:creationId xmlns:a16="http://schemas.microsoft.com/office/drawing/2014/main" id="{E656C08E-A84B-4C76-9D3B-46237B5A9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9345" y="10991595"/>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45" name="Graphic 4">
            <a:extLst>
              <a:ext uri="{FF2B5EF4-FFF2-40B4-BE49-F238E27FC236}">
                <a16:creationId xmlns:a16="http://schemas.microsoft.com/office/drawing/2014/main" id="{72FB3F6E-946C-4B30-8EAA-64FA3056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88" y="5091324"/>
            <a:ext cx="975169" cy="975171"/>
            <a:chOff x="5829300" y="3162300"/>
            <a:chExt cx="532256" cy="532257"/>
          </a:xfrm>
          <a:solidFill>
            <a:schemeClr val="tx1"/>
          </a:solidFill>
        </p:grpSpPr>
        <p:sp>
          <p:nvSpPr>
            <p:cNvPr id="46" name="Freeform: Shape 45">
              <a:extLst>
                <a:ext uri="{FF2B5EF4-FFF2-40B4-BE49-F238E27FC236}">
                  <a16:creationId xmlns:a16="http://schemas.microsoft.com/office/drawing/2014/main" id="{A820447A-FA0D-448D-8513-13647DCEE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80F5A0F-E8FC-415B-BA7F-74C42D42C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77443A5-2061-492B-AFF5-658AB7E7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276C0A3-C877-457C-917D-473FABC9E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D9808886-A26A-41C2-9401-727236349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FB169C8-A66F-4AEC-BBEE-4DEBBE844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EEC418CD-F215-459D-8919-D5B5194EB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5E034A84-840E-429B-9A4F-ECC31AB62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D050DBA-8800-4A73-84C0-34DC71A6B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D4BF35D-BFFA-45A5-8081-FEDD30757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6B354BD-25DC-42A0-9CE7-8246868103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52C4A08-6644-42B7-8237-2AD5F0041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91D58C06-A184-4272-9824-2F0853518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8CDA3474-C14B-42A3-AF12-888807AB7218}"/>
              </a:ext>
            </a:extLst>
          </p:cNvPr>
          <p:cNvSpPr>
            <a:spLocks noGrp="1"/>
          </p:cNvSpPr>
          <p:nvPr>
            <p:ph idx="1"/>
          </p:nvPr>
        </p:nvSpPr>
        <p:spPr>
          <a:xfrm>
            <a:off x="6621520" y="1715151"/>
            <a:ext cx="5380303" cy="4351338"/>
          </a:xfrm>
        </p:spPr>
        <p:txBody>
          <a:bodyPr vert="horz" lIns="91440" tIns="45720" rIns="91440" bIns="45720" rtlCol="0">
            <a:normAutofit/>
          </a:bodyPr>
          <a:lstStyle/>
          <a:p>
            <a:pPr marL="0" indent="0"/>
            <a:r>
              <a:rPr lang="en-US" sz="2000" dirty="0"/>
              <a:t>To create a characteristic animatronic robot that could:</a:t>
            </a:r>
          </a:p>
          <a:p>
            <a:pPr marL="342900" indent="-342900">
              <a:buFont typeface="Arial" panose="020B0604020202020204" pitchFamily="34" charset="0"/>
              <a:buChar char="•"/>
            </a:pPr>
            <a:r>
              <a:rPr lang="en-US" sz="2000" dirty="0"/>
              <a:t>track a person’s face</a:t>
            </a:r>
          </a:p>
          <a:p>
            <a:pPr marL="342900" indent="-342900">
              <a:buFont typeface="Arial" panose="020B0604020202020204" pitchFamily="34" charset="0"/>
              <a:buChar char="•"/>
            </a:pPr>
            <a:r>
              <a:rPr lang="en-US" sz="2000" dirty="0"/>
              <a:t>react to facial expressions</a:t>
            </a:r>
          </a:p>
          <a:p>
            <a:pPr marL="342900" indent="-342900">
              <a:buFont typeface="Arial" panose="020B0604020202020204" pitchFamily="34" charset="0"/>
              <a:buChar char="•"/>
            </a:pPr>
            <a:r>
              <a:rPr lang="en-US" sz="2000" dirty="0"/>
              <a:t>listen for “Hey Freddy”</a:t>
            </a:r>
          </a:p>
          <a:p>
            <a:pPr marL="342900" indent="-342900">
              <a:buFont typeface="Arial" panose="020B0604020202020204" pitchFamily="34" charset="0"/>
              <a:buChar char="•"/>
            </a:pPr>
            <a:r>
              <a:rPr lang="en-US" sz="2000" dirty="0"/>
              <a:t>repeat speech in a custom parrot voice</a:t>
            </a:r>
          </a:p>
          <a:p>
            <a:pPr marL="342900" indent="-342900">
              <a:buFont typeface="Arial" panose="020B0604020202020204" pitchFamily="34" charset="0"/>
              <a:buChar char="•"/>
            </a:pPr>
            <a:r>
              <a:rPr lang="en-US" sz="2000" dirty="0"/>
              <a:t>move eyes, eyelids, wings, neck, beak, and LEDs</a:t>
            </a:r>
          </a:p>
          <a:p>
            <a:pPr marL="342900" indent="-342900">
              <a:buFont typeface="Arial" panose="020B0604020202020204" pitchFamily="34" charset="0"/>
              <a:buChar char="•"/>
            </a:pPr>
            <a:endParaRPr lang="en-US" dirty="0"/>
          </a:p>
        </p:txBody>
      </p:sp>
      <p:sp>
        <p:nvSpPr>
          <p:cNvPr id="6" name="Slide Number Placeholder 5">
            <a:extLst>
              <a:ext uri="{FF2B5EF4-FFF2-40B4-BE49-F238E27FC236}">
                <a16:creationId xmlns:a16="http://schemas.microsoft.com/office/drawing/2014/main" id="{C0CE773B-8D36-4868-AA55-1A3267727F5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EA792F7-1D9E-4C7E-A103-E8EDFDC2691E}" type="slidenum">
              <a:rPr lang="en-US" smtClean="0"/>
              <a:pPr>
                <a:spcAft>
                  <a:spcPts val="600"/>
                </a:spcAft>
              </a:pPr>
              <a:t>2</a:t>
            </a:fld>
            <a:endParaRPr lang="en-US"/>
          </a:p>
        </p:txBody>
      </p:sp>
      <p:grpSp>
        <p:nvGrpSpPr>
          <p:cNvPr id="10" name="Graphic 4">
            <a:extLst>
              <a:ext uri="{FF2B5EF4-FFF2-40B4-BE49-F238E27FC236}">
                <a16:creationId xmlns:a16="http://schemas.microsoft.com/office/drawing/2014/main" id="{B3F06BA9-200A-4546-8C17-44B9F05FF8EF}"/>
              </a:ext>
              <a:ext uri="{C183D7F6-B498-43B3-948B-1728B52AA6E4}">
                <adec:decorative xmlns:adec="http://schemas.microsoft.com/office/drawing/2017/decorative" val="1"/>
              </a:ext>
            </a:extLst>
          </p:cNvPr>
          <p:cNvGrpSpPr/>
          <p:nvPr/>
        </p:nvGrpSpPr>
        <p:grpSpPr>
          <a:xfrm>
            <a:off x="257548" y="-1094816"/>
            <a:ext cx="2931031" cy="2931037"/>
            <a:chOff x="5829300" y="3162300"/>
            <a:chExt cx="532256" cy="532257"/>
          </a:xfrm>
          <a:solidFill>
            <a:schemeClr val="tx1"/>
          </a:solidFill>
        </p:grpSpPr>
        <p:sp>
          <p:nvSpPr>
            <p:cNvPr id="11" name="Freeform: Shape 10">
              <a:extLst>
                <a:ext uri="{FF2B5EF4-FFF2-40B4-BE49-F238E27FC236}">
                  <a16:creationId xmlns:a16="http://schemas.microsoft.com/office/drawing/2014/main" id="{C400A030-8E40-42C9-BA7A-C57F560E28B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A1CB66D-59CC-42E6-9F71-86AA8F1A83E5}"/>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52CF368-1DA1-4155-A52E-1D7117691AE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CCA8E35-7EDC-4B54-84C6-7439052862A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A6E2D90-3377-475B-908D-8DEFA47683EF}"/>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76911BE-DDD3-49C2-8777-60297A15722D}"/>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515E5A-13FF-4F37-9082-C1584EE41A65}"/>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C90979-3DFC-45AC-8666-5039DC14B0B5}"/>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569B7C0-8434-4008-B429-35208DBDC7CB}"/>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0C7D2AA-D66F-4FD5-BB00-10B56396B8A1}"/>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9431D87-07CF-4EBC-97C6-C6BB01161057}"/>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9DF15BC-97AC-4CEB-A3B4-6F400C38A32F}"/>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DA02847-240E-4210-ABB0-6789739465D3}"/>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pic>
        <p:nvPicPr>
          <p:cNvPr id="9" name="Picture 8">
            <a:extLst>
              <a:ext uri="{FF2B5EF4-FFF2-40B4-BE49-F238E27FC236}">
                <a16:creationId xmlns:a16="http://schemas.microsoft.com/office/drawing/2014/main" id="{2B7908F1-F4C4-E4A6-6C59-D50C063DE300}"/>
              </a:ext>
            </a:extLst>
          </p:cNvPr>
          <p:cNvPicPr>
            <a:picLocks noChangeAspect="1"/>
          </p:cNvPicPr>
          <p:nvPr/>
        </p:nvPicPr>
        <p:blipFill>
          <a:blip r:embed="rId3"/>
          <a:stretch>
            <a:fillRect/>
          </a:stretch>
        </p:blipFill>
        <p:spPr>
          <a:xfrm>
            <a:off x="687200" y="1833670"/>
            <a:ext cx="5778466" cy="3141574"/>
          </a:xfrm>
          <a:prstGeom prst="rect">
            <a:avLst/>
          </a:prstGeom>
          <a:ln w="38100">
            <a:solidFill>
              <a:schemeClr val="tx1"/>
            </a:solidFill>
          </a:ln>
        </p:spPr>
      </p:pic>
      <p:sp>
        <p:nvSpPr>
          <p:cNvPr id="26" name="TextBox 25">
            <a:extLst>
              <a:ext uri="{FF2B5EF4-FFF2-40B4-BE49-F238E27FC236}">
                <a16:creationId xmlns:a16="http://schemas.microsoft.com/office/drawing/2014/main" id="{81102279-3A1A-C3C1-44C5-F1D31F902BB5}"/>
              </a:ext>
            </a:extLst>
          </p:cNvPr>
          <p:cNvSpPr txBox="1"/>
          <p:nvPr/>
        </p:nvSpPr>
        <p:spPr>
          <a:xfrm>
            <a:off x="1798194" y="5429844"/>
            <a:ext cx="9197892" cy="677108"/>
          </a:xfrm>
          <a:prstGeom prst="rect">
            <a:avLst/>
          </a:prstGeom>
          <a:noFill/>
        </p:spPr>
        <p:txBody>
          <a:bodyPr wrap="square">
            <a:spAutoFit/>
          </a:bodyPr>
          <a:lstStyle/>
          <a:p>
            <a:r>
              <a:rPr lang="en-US" dirty="0"/>
              <a:t>Freddy was also designed to operate locally on the Raspberry Pi rather than relying on cloud services. This </a:t>
            </a:r>
            <a:r>
              <a:rPr lang="en-US" sz="2000" dirty="0"/>
              <a:t>supported</a:t>
            </a:r>
            <a:r>
              <a:rPr lang="en-US" dirty="0"/>
              <a:t> privacy, accessibility, and independence from internet connection.</a:t>
            </a:r>
            <a:endParaRPr lang="en-GB" dirty="0"/>
          </a:p>
        </p:txBody>
      </p:sp>
    </p:spTree>
    <p:extLst>
      <p:ext uri="{BB962C8B-B14F-4D97-AF65-F5344CB8AC3E}">
        <p14:creationId xmlns:p14="http://schemas.microsoft.com/office/powerpoint/2010/main" val="23394119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B17EDBE-4FB7-472F-B26B-EB9ECD77B7A8}"/>
              </a:ext>
            </a:extLst>
          </p:cNvPr>
          <p:cNvSpPr>
            <a:spLocks noGrp="1"/>
          </p:cNvSpPr>
          <p:nvPr>
            <p:ph type="title"/>
          </p:nvPr>
        </p:nvSpPr>
        <p:spPr>
          <a:xfrm>
            <a:off x="1038226" y="786046"/>
            <a:ext cx="7743824" cy="1288673"/>
          </a:xfrm>
        </p:spPr>
        <p:txBody>
          <a:bodyPr>
            <a:normAutofit fontScale="90000"/>
          </a:bodyPr>
          <a:lstStyle/>
          <a:p>
            <a:r>
              <a:rPr lang="en-US" b="1" spc="1500" dirty="0">
                <a:solidFill>
                  <a:prstClr val="black"/>
                </a:solidFill>
              </a:rPr>
              <a:t>Original vs </a:t>
            </a:r>
            <a:br>
              <a:rPr lang="en-US" b="1" spc="1500" dirty="0">
                <a:solidFill>
                  <a:prstClr val="black"/>
                </a:solidFill>
              </a:rPr>
            </a:br>
            <a:r>
              <a:rPr lang="en-US" b="1" spc="1500" dirty="0">
                <a:solidFill>
                  <a:prstClr val="black"/>
                </a:solidFill>
              </a:rPr>
              <a:t>Final Deliverables</a:t>
            </a:r>
            <a:endParaRPr lang="en-GB" dirty="0"/>
          </a:p>
        </p:txBody>
      </p:sp>
      <p:sp>
        <p:nvSpPr>
          <p:cNvPr id="20" name="Slide Number Placeholder 19">
            <a:extLst>
              <a:ext uri="{FF2B5EF4-FFF2-40B4-BE49-F238E27FC236}">
                <a16:creationId xmlns:a16="http://schemas.microsoft.com/office/drawing/2014/main" id="{C427CAEE-862D-4FE1-99F2-70274992024D}"/>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3</a:t>
            </a:fld>
            <a:endParaRPr lang="en-US"/>
          </a:p>
        </p:txBody>
      </p:sp>
      <p:pic>
        <p:nvPicPr>
          <p:cNvPr id="7" name="Picture 6">
            <a:extLst>
              <a:ext uri="{FF2B5EF4-FFF2-40B4-BE49-F238E27FC236}">
                <a16:creationId xmlns:a16="http://schemas.microsoft.com/office/drawing/2014/main" id="{24B28A96-D00E-2C03-D603-83814F15DA1B}"/>
              </a:ext>
            </a:extLst>
          </p:cNvPr>
          <p:cNvPicPr>
            <a:picLocks noChangeAspect="1"/>
          </p:cNvPicPr>
          <p:nvPr/>
        </p:nvPicPr>
        <p:blipFill>
          <a:blip r:embed="rId3"/>
          <a:stretch>
            <a:fillRect/>
          </a:stretch>
        </p:blipFill>
        <p:spPr>
          <a:xfrm>
            <a:off x="8944864" y="488942"/>
            <a:ext cx="2970911" cy="1480333"/>
          </a:xfrm>
          <a:prstGeom prst="rect">
            <a:avLst/>
          </a:prstGeom>
          <a:ln w="38100">
            <a:solidFill>
              <a:schemeClr val="tx1"/>
            </a:solidFill>
          </a:ln>
        </p:spPr>
      </p:pic>
      <p:pic>
        <p:nvPicPr>
          <p:cNvPr id="16" name="Picture 15">
            <a:extLst>
              <a:ext uri="{FF2B5EF4-FFF2-40B4-BE49-F238E27FC236}">
                <a16:creationId xmlns:a16="http://schemas.microsoft.com/office/drawing/2014/main" id="{E6B88928-FC0F-35BB-6E19-8E459D8D550A}"/>
              </a:ext>
            </a:extLst>
          </p:cNvPr>
          <p:cNvPicPr>
            <a:picLocks noChangeAspect="1"/>
          </p:cNvPicPr>
          <p:nvPr/>
        </p:nvPicPr>
        <p:blipFill>
          <a:blip r:embed="rId4"/>
          <a:stretch>
            <a:fillRect/>
          </a:stretch>
        </p:blipFill>
        <p:spPr>
          <a:xfrm>
            <a:off x="10564308" y="2016900"/>
            <a:ext cx="1351467" cy="3432016"/>
          </a:xfrm>
          <a:prstGeom prst="rect">
            <a:avLst/>
          </a:prstGeom>
          <a:ln w="38100">
            <a:solidFill>
              <a:schemeClr val="tx1"/>
            </a:solidFill>
          </a:ln>
        </p:spPr>
      </p:pic>
      <p:graphicFrame>
        <p:nvGraphicFramePr>
          <p:cNvPr id="4" name="Content Placeholder 3">
            <a:extLst>
              <a:ext uri="{FF2B5EF4-FFF2-40B4-BE49-F238E27FC236}">
                <a16:creationId xmlns:a16="http://schemas.microsoft.com/office/drawing/2014/main" id="{D55C8BD5-A464-9639-930F-F4B4C1A74ED2}"/>
              </a:ext>
            </a:extLst>
          </p:cNvPr>
          <p:cNvGraphicFramePr>
            <a:graphicFrameLocks noGrp="1"/>
          </p:cNvGraphicFramePr>
          <p:nvPr>
            <p:ph idx="1"/>
            <p:extLst>
              <p:ext uri="{D42A27DB-BD31-4B8C-83A1-F6EECF244321}">
                <p14:modId xmlns:p14="http://schemas.microsoft.com/office/powerpoint/2010/main" val="3853995226"/>
              </p:ext>
            </p:extLst>
          </p:nvPr>
        </p:nvGraphicFramePr>
        <p:xfrm>
          <a:off x="1038226" y="2180164"/>
          <a:ext cx="8820149" cy="3857843"/>
        </p:xfrm>
        <a:graphic>
          <a:graphicData uri="http://schemas.openxmlformats.org/drawingml/2006/table">
            <a:tbl>
              <a:tblPr>
                <a:tableStyleId>{3C2FFA5D-87B4-456A-9821-1D502468CF0F}</a:tableStyleId>
              </a:tblPr>
              <a:tblGrid>
                <a:gridCol w="901602">
                  <a:extLst>
                    <a:ext uri="{9D8B030D-6E8A-4147-A177-3AD203B41FA5}">
                      <a16:colId xmlns:a16="http://schemas.microsoft.com/office/drawing/2014/main" val="2198561694"/>
                    </a:ext>
                  </a:extLst>
                </a:gridCol>
                <a:gridCol w="3405192">
                  <a:extLst>
                    <a:ext uri="{9D8B030D-6E8A-4147-A177-3AD203B41FA5}">
                      <a16:colId xmlns:a16="http://schemas.microsoft.com/office/drawing/2014/main" val="97194605"/>
                    </a:ext>
                  </a:extLst>
                </a:gridCol>
                <a:gridCol w="4513355">
                  <a:extLst>
                    <a:ext uri="{9D8B030D-6E8A-4147-A177-3AD203B41FA5}">
                      <a16:colId xmlns:a16="http://schemas.microsoft.com/office/drawing/2014/main" val="875533236"/>
                    </a:ext>
                  </a:extLst>
                </a:gridCol>
              </a:tblGrid>
              <a:tr h="181500">
                <a:tc>
                  <a:txBody>
                    <a:bodyPr/>
                    <a:lstStyle/>
                    <a:p>
                      <a:pPr>
                        <a:buNone/>
                      </a:pPr>
                      <a:r>
                        <a:rPr lang="en-GB" sz="1400" b="1"/>
                        <a:t>Proposal stage</a:t>
                      </a:r>
                    </a:p>
                  </a:txBody>
                  <a:tcPr marL="45375" marR="45375" marT="22687" marB="22687" anchor="ctr"/>
                </a:tc>
                <a:tc>
                  <a:txBody>
                    <a:bodyPr/>
                    <a:lstStyle/>
                    <a:p>
                      <a:pPr>
                        <a:buNone/>
                      </a:pPr>
                      <a:r>
                        <a:rPr lang="en-GB" sz="1400" b="1"/>
                        <a:t>Original target</a:t>
                      </a:r>
                    </a:p>
                  </a:txBody>
                  <a:tcPr marL="45375" marR="45375" marT="22687" marB="22687" anchor="ctr"/>
                </a:tc>
                <a:tc>
                  <a:txBody>
                    <a:bodyPr/>
                    <a:lstStyle/>
                    <a:p>
                      <a:pPr>
                        <a:buNone/>
                      </a:pPr>
                      <a:r>
                        <a:rPr lang="en-GB" sz="1400" b="1" dirty="0"/>
                        <a:t>Final outcome</a:t>
                      </a:r>
                    </a:p>
                  </a:txBody>
                  <a:tcPr marL="45375" marR="45375" marT="22687" marB="22687" anchor="ctr"/>
                </a:tc>
                <a:extLst>
                  <a:ext uri="{0D108BD9-81ED-4DB2-BD59-A6C34878D82A}">
                    <a16:rowId xmlns:a16="http://schemas.microsoft.com/office/drawing/2014/main" val="4155661548"/>
                  </a:ext>
                </a:extLst>
              </a:tr>
              <a:tr h="725998">
                <a:tc>
                  <a:txBody>
                    <a:bodyPr/>
                    <a:lstStyle/>
                    <a:p>
                      <a:pPr>
                        <a:buNone/>
                      </a:pPr>
                      <a:r>
                        <a:rPr lang="en-GB" sz="1400" b="1"/>
                        <a:t>Pass</a:t>
                      </a:r>
                      <a:endParaRPr lang="en-GB" sz="1400"/>
                    </a:p>
                  </a:txBody>
                  <a:tcPr marL="45375" marR="45375" marT="22687" marB="22687" anchor="ctr"/>
                </a:tc>
                <a:tc>
                  <a:txBody>
                    <a:bodyPr/>
                    <a:lstStyle/>
                    <a:p>
                      <a:pPr>
                        <a:buNone/>
                      </a:pPr>
                      <a:r>
                        <a:rPr lang="en-US" sz="1400" dirty="0"/>
                        <a:t>Physical prototype of eyes, beak, covering, CAD simulation, 3D prints, fitment checks</a:t>
                      </a:r>
                    </a:p>
                  </a:txBody>
                  <a:tcPr marL="45375" marR="45375" marT="22687" marB="22687" anchor="ctr"/>
                </a:tc>
                <a:tc>
                  <a:txBody>
                    <a:bodyPr/>
                    <a:lstStyle/>
                    <a:p>
                      <a:pPr>
                        <a:buNone/>
                      </a:pPr>
                      <a:r>
                        <a:rPr lang="en-US" sz="1400" dirty="0"/>
                        <a:t>Achieved and expanded into a full animatronic parrot body with eyes, eyelids, beak, wings, neck, covering, fitment checks, CAD simulations, and final assembly</a:t>
                      </a:r>
                    </a:p>
                  </a:txBody>
                  <a:tcPr marL="45375" marR="45375" marT="22687" marB="22687" anchor="ctr"/>
                </a:tc>
                <a:extLst>
                  <a:ext uri="{0D108BD9-81ED-4DB2-BD59-A6C34878D82A}">
                    <a16:rowId xmlns:a16="http://schemas.microsoft.com/office/drawing/2014/main" val="573253749"/>
                  </a:ext>
                </a:extLst>
              </a:tr>
              <a:tr h="589873">
                <a:tc>
                  <a:txBody>
                    <a:bodyPr/>
                    <a:lstStyle/>
                    <a:p>
                      <a:pPr>
                        <a:buNone/>
                      </a:pPr>
                      <a:r>
                        <a:rPr lang="en-GB" sz="1400" b="1"/>
                        <a:t>2:2</a:t>
                      </a:r>
                      <a:endParaRPr lang="en-GB" sz="1400"/>
                    </a:p>
                  </a:txBody>
                  <a:tcPr marL="45375" marR="45375" marT="22687" marB="22687" anchor="ctr"/>
                </a:tc>
                <a:tc>
                  <a:txBody>
                    <a:bodyPr/>
                    <a:lstStyle/>
                    <a:p>
                      <a:pPr>
                        <a:buNone/>
                      </a:pPr>
                      <a:r>
                        <a:rPr lang="en-US" sz="1400"/>
                        <a:t>Servo calibration and programmed motion for blinking, eyeball movement, and beak actuation</a:t>
                      </a:r>
                    </a:p>
                  </a:txBody>
                  <a:tcPr marL="45375" marR="45375" marT="22687" marB="22687" anchor="ctr"/>
                </a:tc>
                <a:tc>
                  <a:txBody>
                    <a:bodyPr/>
                    <a:lstStyle/>
                    <a:p>
                      <a:pPr>
                        <a:buNone/>
                      </a:pPr>
                      <a:r>
                        <a:rPr lang="en-US" sz="1400" dirty="0"/>
                        <a:t>Achieved, with additional servo-driven wings, neck movement, beak animation, eyelids, and emotion-based motion </a:t>
                      </a:r>
                      <a:r>
                        <a:rPr lang="en-US" sz="1400" dirty="0" err="1"/>
                        <a:t>behaviours</a:t>
                      </a:r>
                      <a:endParaRPr lang="en-US" sz="1400" dirty="0"/>
                    </a:p>
                  </a:txBody>
                  <a:tcPr marL="45375" marR="45375" marT="22687" marB="22687" anchor="ctr"/>
                </a:tc>
                <a:extLst>
                  <a:ext uri="{0D108BD9-81ED-4DB2-BD59-A6C34878D82A}">
                    <a16:rowId xmlns:a16="http://schemas.microsoft.com/office/drawing/2014/main" val="3958465456"/>
                  </a:ext>
                </a:extLst>
              </a:tr>
              <a:tr h="862123">
                <a:tc>
                  <a:txBody>
                    <a:bodyPr/>
                    <a:lstStyle/>
                    <a:p>
                      <a:pPr>
                        <a:buNone/>
                      </a:pPr>
                      <a:r>
                        <a:rPr lang="en-GB" sz="1400" b="1"/>
                        <a:t>2:1</a:t>
                      </a:r>
                      <a:endParaRPr lang="en-GB" sz="1400"/>
                    </a:p>
                  </a:txBody>
                  <a:tcPr marL="45375" marR="45375" marT="22687" marB="22687" anchor="ctr"/>
                </a:tc>
                <a:tc>
                  <a:txBody>
                    <a:bodyPr/>
                    <a:lstStyle/>
                    <a:p>
                      <a:pPr>
                        <a:buNone/>
                      </a:pPr>
                      <a:r>
                        <a:rPr lang="en-US" sz="1400" dirty="0"/>
                        <a:t>Person detection using ESP32-CAM modules and testing in different lighting</a:t>
                      </a:r>
                    </a:p>
                  </a:txBody>
                  <a:tcPr marL="45375" marR="45375" marT="22687" marB="22687" anchor="ctr"/>
                </a:tc>
                <a:tc>
                  <a:txBody>
                    <a:bodyPr/>
                    <a:lstStyle/>
                    <a:p>
                      <a:pPr>
                        <a:buNone/>
                      </a:pPr>
                      <a:r>
                        <a:rPr lang="en-US" sz="1400" dirty="0"/>
                        <a:t>Achieved using Raspberry Pi 5 and dual Pi cameras instead of ESP32-CAMs, with </a:t>
                      </a:r>
                      <a:r>
                        <a:rPr lang="en-US" sz="1400" dirty="0" err="1"/>
                        <a:t>MediaPipe</a:t>
                      </a:r>
                      <a:r>
                        <a:rPr lang="en-US" sz="1400" dirty="0"/>
                        <a:t> face detection and testing under different lighting/movement conditions</a:t>
                      </a:r>
                    </a:p>
                  </a:txBody>
                  <a:tcPr marL="45375" marR="45375" marT="22687" marB="22687" anchor="ctr"/>
                </a:tc>
                <a:extLst>
                  <a:ext uri="{0D108BD9-81ED-4DB2-BD59-A6C34878D82A}">
                    <a16:rowId xmlns:a16="http://schemas.microsoft.com/office/drawing/2014/main" val="864202319"/>
                  </a:ext>
                </a:extLst>
              </a:tr>
              <a:tr h="998247">
                <a:tc>
                  <a:txBody>
                    <a:bodyPr/>
                    <a:lstStyle/>
                    <a:p>
                      <a:pPr>
                        <a:buNone/>
                      </a:pPr>
                      <a:r>
                        <a:rPr lang="en-GB" sz="1400" b="1"/>
                        <a:t>First</a:t>
                      </a:r>
                      <a:endParaRPr lang="en-GB" sz="1400"/>
                    </a:p>
                  </a:txBody>
                  <a:tcPr marL="45375" marR="45375" marT="22687" marB="22687" anchor="ctr"/>
                </a:tc>
                <a:tc>
                  <a:txBody>
                    <a:bodyPr/>
                    <a:lstStyle/>
                    <a:p>
                      <a:pPr>
                        <a:buNone/>
                      </a:pPr>
                      <a:r>
                        <a:rPr lang="en-US" sz="1400"/>
                        <a:t>Camera data mapped to servo movement for independent eye tracking, plus enhancements such as sound/beak synchronisation and expressive behaviour</a:t>
                      </a:r>
                    </a:p>
                  </a:txBody>
                  <a:tcPr marL="45375" marR="45375" marT="22687" marB="22687" anchor="ctr"/>
                </a:tc>
                <a:tc>
                  <a:txBody>
                    <a:bodyPr/>
                    <a:lstStyle/>
                    <a:p>
                      <a:pPr>
                        <a:buNone/>
                      </a:pPr>
                      <a:r>
                        <a:rPr lang="en-US" sz="1400" dirty="0"/>
                        <a:t>Achieved and expanded: face tracking controlled eyes and neck, while additional systems included emotion recognition, wake-word detection, speech transcription, custom Piper voice, beak animation, LEDs, and parrot mode</a:t>
                      </a:r>
                    </a:p>
                  </a:txBody>
                  <a:tcPr marL="45375" marR="45375" marT="22687" marB="22687" anchor="ctr"/>
                </a:tc>
                <a:extLst>
                  <a:ext uri="{0D108BD9-81ED-4DB2-BD59-A6C34878D82A}">
                    <a16:rowId xmlns:a16="http://schemas.microsoft.com/office/drawing/2014/main" val="1281874126"/>
                  </a:ext>
                </a:extLst>
              </a:tr>
            </a:tbl>
          </a:graphicData>
        </a:graphic>
      </p:graphicFrame>
    </p:spTree>
    <p:extLst>
      <p:ext uri="{BB962C8B-B14F-4D97-AF65-F5344CB8AC3E}">
        <p14:creationId xmlns:p14="http://schemas.microsoft.com/office/powerpoint/2010/main" val="27080874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73028-36E1-89FB-CAEB-F2D3EC34E9F7}"/>
            </a:ext>
          </a:extLst>
        </p:cNvPr>
        <p:cNvGrpSpPr/>
        <p:nvPr/>
      </p:nvGrpSpPr>
      <p:grpSpPr>
        <a:xfrm>
          <a:off x="0" y="0"/>
          <a:ext cx="0" cy="0"/>
          <a:chOff x="0" y="0"/>
          <a:chExt cx="0" cy="0"/>
        </a:xfrm>
      </p:grpSpPr>
      <p:pic>
        <p:nvPicPr>
          <p:cNvPr id="2050" name="Picture 2" descr="Red backdrop background Images - Free Download on Freepik">
            <a:extLst>
              <a:ext uri="{FF2B5EF4-FFF2-40B4-BE49-F238E27FC236}">
                <a16:creationId xmlns:a16="http://schemas.microsoft.com/office/drawing/2014/main" id="{199B6580-8FEF-AC74-19F8-8F9E54DF4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391" y="1365942"/>
            <a:ext cx="4133608" cy="4126115"/>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
        <p:nvSpPr>
          <p:cNvPr id="9" name="Title 8">
            <a:extLst>
              <a:ext uri="{FF2B5EF4-FFF2-40B4-BE49-F238E27FC236}">
                <a16:creationId xmlns:a16="http://schemas.microsoft.com/office/drawing/2014/main" id="{890BB3DD-F534-1A90-F93D-680E579FD090}"/>
              </a:ext>
            </a:extLst>
          </p:cNvPr>
          <p:cNvSpPr>
            <a:spLocks noGrp="1"/>
          </p:cNvSpPr>
          <p:nvPr>
            <p:ph type="title"/>
          </p:nvPr>
        </p:nvSpPr>
        <p:spPr>
          <a:xfrm>
            <a:off x="1001391" y="442439"/>
            <a:ext cx="5893447" cy="860647"/>
          </a:xfrm>
        </p:spPr>
        <p:txBody>
          <a:bodyPr>
            <a:normAutofit fontScale="90000"/>
          </a:bodyPr>
          <a:lstStyle/>
          <a:p>
            <a:r>
              <a:rPr lang="en-US" b="1" spc="1500" dirty="0">
                <a:solidFill>
                  <a:prstClr val="black"/>
                </a:solidFill>
              </a:rPr>
              <a:t>System Overview</a:t>
            </a:r>
            <a:endParaRPr lang="en-GB" dirty="0"/>
          </a:p>
        </p:txBody>
      </p:sp>
      <p:sp>
        <p:nvSpPr>
          <p:cNvPr id="10" name="Content Placeholder 9">
            <a:extLst>
              <a:ext uri="{FF2B5EF4-FFF2-40B4-BE49-F238E27FC236}">
                <a16:creationId xmlns:a16="http://schemas.microsoft.com/office/drawing/2014/main" id="{804EB3BD-97F2-93F6-AE7A-8EC26B7C7AA1}"/>
              </a:ext>
            </a:extLst>
          </p:cNvPr>
          <p:cNvSpPr>
            <a:spLocks noGrp="1"/>
          </p:cNvSpPr>
          <p:nvPr>
            <p:ph idx="1"/>
          </p:nvPr>
        </p:nvSpPr>
        <p:spPr>
          <a:xfrm>
            <a:off x="5541353" y="3428999"/>
            <a:ext cx="6343649" cy="3362993"/>
          </a:xfrm>
        </p:spPr>
        <p:txBody>
          <a:bodyPr>
            <a:normAutofit/>
          </a:bodyPr>
          <a:lstStyle/>
          <a:p>
            <a:pPr>
              <a:buNone/>
            </a:pPr>
            <a:r>
              <a:rPr lang="en-US" sz="1400" dirty="0"/>
              <a:t>Freddy was built around a </a:t>
            </a:r>
            <a:r>
              <a:rPr lang="en-US" sz="1400" b="1" dirty="0"/>
              <a:t>Raspberry Pi 5</a:t>
            </a:r>
            <a:r>
              <a:rPr lang="en-US" sz="1400" dirty="0"/>
              <a:t>, which coordinated the vision, audio, and motion subsystems. Key components included:</a:t>
            </a:r>
          </a:p>
          <a:p>
            <a:pPr marL="285750" indent="-285750">
              <a:buFont typeface="Arial" panose="020B0604020202020204" pitchFamily="34" charset="0"/>
              <a:buChar char="•"/>
            </a:pPr>
            <a:r>
              <a:rPr lang="en-US" sz="1400" dirty="0"/>
              <a:t>Two </a:t>
            </a:r>
            <a:r>
              <a:rPr lang="en-US" sz="1400" b="1" dirty="0"/>
              <a:t>Raspberry Pi Camera Module 2 </a:t>
            </a:r>
            <a:r>
              <a:rPr lang="en-US" sz="1400" dirty="0"/>
              <a:t>for face tracking </a:t>
            </a:r>
          </a:p>
          <a:p>
            <a:pPr marL="285750" indent="-285750">
              <a:buFont typeface="Arial" panose="020B0604020202020204" pitchFamily="34" charset="0"/>
              <a:buChar char="•"/>
            </a:pPr>
            <a:r>
              <a:rPr lang="en-US" sz="1400" dirty="0"/>
              <a:t>A </a:t>
            </a:r>
            <a:r>
              <a:rPr lang="en-US" sz="1400" b="1" dirty="0"/>
              <a:t>PCA9685 driver board </a:t>
            </a:r>
            <a:r>
              <a:rPr lang="en-US" sz="1400" dirty="0"/>
              <a:t>for servo control </a:t>
            </a:r>
          </a:p>
          <a:p>
            <a:pPr marL="285750" indent="-285750">
              <a:buFont typeface="Arial" panose="020B0604020202020204" pitchFamily="34" charset="0"/>
              <a:buChar char="•"/>
            </a:pPr>
            <a:r>
              <a:rPr lang="en-US" sz="1400" b="1" dirty="0"/>
              <a:t>Servos</a:t>
            </a:r>
            <a:r>
              <a:rPr lang="en-US" sz="1400" dirty="0"/>
              <a:t> for the eyes, eyelids, beak, wings, and neck </a:t>
            </a:r>
          </a:p>
          <a:p>
            <a:pPr marL="285750" indent="-285750">
              <a:buFont typeface="Arial" panose="020B0604020202020204" pitchFamily="34" charset="0"/>
              <a:buChar char="•"/>
            </a:pPr>
            <a:r>
              <a:rPr lang="en-US" sz="1400" dirty="0"/>
              <a:t>A </a:t>
            </a:r>
            <a:r>
              <a:rPr lang="en-US" sz="1400" b="1" dirty="0" err="1"/>
              <a:t>NeoPixel</a:t>
            </a:r>
            <a:r>
              <a:rPr lang="en-US" sz="1400" b="1" dirty="0"/>
              <a:t> LED ring </a:t>
            </a:r>
            <a:r>
              <a:rPr lang="en-US" sz="1400" dirty="0"/>
              <a:t>for emotion feedback </a:t>
            </a:r>
          </a:p>
          <a:p>
            <a:pPr marL="285750" indent="-285750">
              <a:buFont typeface="Arial" panose="020B0604020202020204" pitchFamily="34" charset="0"/>
              <a:buChar char="•"/>
            </a:pPr>
            <a:r>
              <a:rPr lang="en-US" sz="1400" dirty="0"/>
              <a:t>A </a:t>
            </a:r>
            <a:r>
              <a:rPr lang="en-US" sz="1400" b="1" dirty="0"/>
              <a:t>microphone</a:t>
            </a:r>
            <a:r>
              <a:rPr lang="en-US" sz="1400" dirty="0"/>
              <a:t> for wake-word detection and speech input </a:t>
            </a:r>
          </a:p>
          <a:p>
            <a:pPr marL="285750" indent="-285750">
              <a:buFont typeface="Arial" panose="020B0604020202020204" pitchFamily="34" charset="0"/>
              <a:buChar char="•"/>
            </a:pPr>
            <a:r>
              <a:rPr lang="en-US" sz="1400" dirty="0"/>
              <a:t>A </a:t>
            </a:r>
            <a:r>
              <a:rPr lang="en-US" sz="1400" b="1" dirty="0"/>
              <a:t>speaker</a:t>
            </a:r>
            <a:r>
              <a:rPr lang="en-US" sz="1400" dirty="0"/>
              <a:t> for audio output </a:t>
            </a:r>
          </a:p>
          <a:p>
            <a:pPr marL="285750" indent="-285750">
              <a:buFont typeface="Arial" panose="020B0604020202020204" pitchFamily="34" charset="0"/>
              <a:buChar char="•"/>
            </a:pPr>
            <a:r>
              <a:rPr lang="en-US" sz="1400" dirty="0"/>
              <a:t>Power regulation components including a </a:t>
            </a:r>
            <a:r>
              <a:rPr lang="en-US" sz="1400" b="1" dirty="0"/>
              <a:t>buck converter</a:t>
            </a:r>
          </a:p>
          <a:p>
            <a:pPr marL="285750" indent="-285750">
              <a:buFont typeface="Arial" panose="020B0604020202020204" pitchFamily="34" charset="0"/>
              <a:buChar char="•"/>
            </a:pPr>
            <a:r>
              <a:rPr lang="en-US" sz="1400" b="1" dirty="0"/>
              <a:t>Bi-directional logic level shifter </a:t>
            </a:r>
            <a:r>
              <a:rPr lang="en-US" sz="1400" dirty="0"/>
              <a:t>to convert Pi 3.3V data output to 5V </a:t>
            </a:r>
          </a:p>
          <a:p>
            <a:pPr lvl="0" algn="just"/>
            <a:endParaRPr lang="en-GB" sz="2000" dirty="0">
              <a:highlight>
                <a:srgbClr val="FFFF00"/>
              </a:highlight>
            </a:endParaRPr>
          </a:p>
        </p:txBody>
      </p:sp>
      <p:sp>
        <p:nvSpPr>
          <p:cNvPr id="20" name="Slide Number Placeholder 19">
            <a:extLst>
              <a:ext uri="{FF2B5EF4-FFF2-40B4-BE49-F238E27FC236}">
                <a16:creationId xmlns:a16="http://schemas.microsoft.com/office/drawing/2014/main" id="{A57F80F9-CF30-6088-40B5-C0EB2F4F7B61}"/>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4</a:t>
            </a:fld>
            <a:endParaRPr lang="en-US" dirty="0"/>
          </a:p>
        </p:txBody>
      </p:sp>
      <p:pic>
        <p:nvPicPr>
          <p:cNvPr id="2" name="Picture 1" descr="A diagram of a computer&#10;&#10;AI-generated content may be incorrect.">
            <a:extLst>
              <a:ext uri="{FF2B5EF4-FFF2-40B4-BE49-F238E27FC236}">
                <a16:creationId xmlns:a16="http://schemas.microsoft.com/office/drawing/2014/main" id="{598196AA-9396-102B-F533-66EEB1330BAA}"/>
              </a:ext>
            </a:extLst>
          </p:cNvPr>
          <p:cNvPicPr>
            <a:picLocks noChangeAspect="1"/>
          </p:cNvPicPr>
          <p:nvPr/>
        </p:nvPicPr>
        <p:blipFill>
          <a:blip r:embed="rId4"/>
          <a:stretch>
            <a:fillRect/>
          </a:stretch>
        </p:blipFill>
        <p:spPr>
          <a:xfrm>
            <a:off x="6295902" y="271165"/>
            <a:ext cx="4629396" cy="3087317"/>
          </a:xfrm>
          <a:prstGeom prst="rect">
            <a:avLst/>
          </a:prstGeom>
          <a:ln w="19050">
            <a:solidFill>
              <a:schemeClr val="tx1"/>
            </a:solidFill>
          </a:ln>
        </p:spPr>
      </p:pic>
      <p:pic>
        <p:nvPicPr>
          <p:cNvPr id="4" name="Picture 3">
            <a:extLst>
              <a:ext uri="{FF2B5EF4-FFF2-40B4-BE49-F238E27FC236}">
                <a16:creationId xmlns:a16="http://schemas.microsoft.com/office/drawing/2014/main" id="{575AB58B-6691-5C57-937F-31F9C94642A7}"/>
              </a:ext>
            </a:extLst>
          </p:cNvPr>
          <p:cNvPicPr>
            <a:picLocks noChangeAspect="1"/>
          </p:cNvPicPr>
          <p:nvPr/>
        </p:nvPicPr>
        <p:blipFill>
          <a:blip r:embed="rId5"/>
          <a:stretch>
            <a:fillRect/>
          </a:stretch>
        </p:blipFill>
        <p:spPr>
          <a:xfrm>
            <a:off x="1097222" y="1452001"/>
            <a:ext cx="3941945" cy="4040056"/>
          </a:xfrm>
          <a:prstGeom prst="rect">
            <a:avLst/>
          </a:prstGeom>
        </p:spPr>
      </p:pic>
    </p:spTree>
    <p:extLst>
      <p:ext uri="{BB962C8B-B14F-4D97-AF65-F5344CB8AC3E}">
        <p14:creationId xmlns:p14="http://schemas.microsoft.com/office/powerpoint/2010/main" val="279437974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7AE00E-3BDF-4D30-9783-F4262EB668F3}"/>
              </a:ext>
            </a:extLst>
          </p:cNvPr>
          <p:cNvSpPr>
            <a:spLocks noGrp="1"/>
          </p:cNvSpPr>
          <p:nvPr>
            <p:ph type="ctrTitle"/>
          </p:nvPr>
        </p:nvSpPr>
        <p:spPr>
          <a:xfrm>
            <a:off x="1184692" y="681553"/>
            <a:ext cx="5144946" cy="2885715"/>
          </a:xfrm>
        </p:spPr>
        <p:txBody>
          <a:bodyPr>
            <a:normAutofit/>
          </a:bodyPr>
          <a:lstStyle/>
          <a:p>
            <a:r>
              <a:rPr lang="en-US" sz="4400" dirty="0"/>
              <a:t>Mechanical Design</a:t>
            </a:r>
          </a:p>
        </p:txBody>
      </p:sp>
      <p:sp>
        <p:nvSpPr>
          <p:cNvPr id="8" name="TextBox 7">
            <a:extLst>
              <a:ext uri="{FF2B5EF4-FFF2-40B4-BE49-F238E27FC236}">
                <a16:creationId xmlns:a16="http://schemas.microsoft.com/office/drawing/2014/main" id="{C4EC8CB8-4CC0-F324-5CDB-7C1E6F230A81}"/>
              </a:ext>
            </a:extLst>
          </p:cNvPr>
          <p:cNvSpPr txBox="1"/>
          <p:nvPr/>
        </p:nvSpPr>
        <p:spPr>
          <a:xfrm>
            <a:off x="6921472" y="347158"/>
            <a:ext cx="4395135" cy="2031325"/>
          </a:xfrm>
          <a:prstGeom prst="rect">
            <a:avLst/>
          </a:prstGeom>
          <a:noFill/>
        </p:spPr>
        <p:txBody>
          <a:bodyPr wrap="square" rtlCol="0">
            <a:spAutoFit/>
          </a:bodyPr>
          <a:lstStyle/>
          <a:p>
            <a:r>
              <a:rPr lang="en-GB" dirty="0"/>
              <a:t>Freddy was design in Fusion 360 and 3D-print in PLA. Most parts were 3D printed and designed from scratch.</a:t>
            </a:r>
          </a:p>
          <a:p>
            <a:endParaRPr lang="en-GB" dirty="0"/>
          </a:p>
          <a:p>
            <a:endParaRPr lang="en-GB" dirty="0"/>
          </a:p>
          <a:p>
            <a:endParaRPr lang="en-GB" dirty="0"/>
          </a:p>
          <a:p>
            <a:r>
              <a:rPr lang="en-GB" dirty="0"/>
              <a:t>The design involved:</a:t>
            </a:r>
          </a:p>
        </p:txBody>
      </p:sp>
      <p:pic>
        <p:nvPicPr>
          <p:cNvPr id="2" name="Picture 1">
            <a:extLst>
              <a:ext uri="{FF2B5EF4-FFF2-40B4-BE49-F238E27FC236}">
                <a16:creationId xmlns:a16="http://schemas.microsoft.com/office/drawing/2014/main" id="{13C543EC-FA3D-9CF4-727D-434594F8AC82}"/>
              </a:ext>
            </a:extLst>
          </p:cNvPr>
          <p:cNvPicPr>
            <a:picLocks noChangeAspect="1"/>
          </p:cNvPicPr>
          <p:nvPr/>
        </p:nvPicPr>
        <p:blipFill rotWithShape="1">
          <a:blip r:embed="rId3"/>
          <a:srcRect l="3696" t="1250" r="786"/>
          <a:stretch>
            <a:fillRect/>
          </a:stretch>
        </p:blipFill>
        <p:spPr bwMode="auto">
          <a:xfrm>
            <a:off x="457900" y="2828001"/>
            <a:ext cx="2412300" cy="1842766"/>
          </a:xfrm>
          <a:prstGeom prst="rect">
            <a:avLst/>
          </a:prstGeom>
          <a:ln>
            <a:solidFill>
              <a:schemeClr val="tx1"/>
            </a:solid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868D2785-BB50-824D-285C-4229A77832E9}"/>
              </a:ext>
            </a:extLst>
          </p:cNvPr>
          <p:cNvPicPr>
            <a:picLocks noChangeAspect="1"/>
          </p:cNvPicPr>
          <p:nvPr/>
        </p:nvPicPr>
        <p:blipFill rotWithShape="1">
          <a:blip r:embed="rId4"/>
          <a:srcRect l="12263" t="3353" r="786" b="6126"/>
          <a:stretch>
            <a:fillRect/>
          </a:stretch>
        </p:blipFill>
        <p:spPr bwMode="auto">
          <a:xfrm>
            <a:off x="2858660" y="2828000"/>
            <a:ext cx="2008505" cy="1842766"/>
          </a:xfrm>
          <a:prstGeom prst="rect">
            <a:avLst/>
          </a:prstGeom>
          <a:ln>
            <a:solidFill>
              <a:schemeClr val="tx1"/>
            </a:solid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6705BDF3-2633-4675-A08F-24C2D2898763}"/>
              </a:ext>
            </a:extLst>
          </p:cNvPr>
          <p:cNvPicPr>
            <a:picLocks noChangeAspect="1"/>
          </p:cNvPicPr>
          <p:nvPr/>
        </p:nvPicPr>
        <p:blipFill>
          <a:blip r:embed="rId5"/>
          <a:stretch>
            <a:fillRect/>
          </a:stretch>
        </p:blipFill>
        <p:spPr>
          <a:xfrm>
            <a:off x="457900" y="4670767"/>
            <a:ext cx="2400760" cy="1769110"/>
          </a:xfrm>
          <a:prstGeom prst="rect">
            <a:avLst/>
          </a:prstGeom>
          <a:ln>
            <a:solidFill>
              <a:schemeClr val="tx1"/>
            </a:solidFill>
          </a:ln>
        </p:spPr>
      </p:pic>
      <p:pic>
        <p:nvPicPr>
          <p:cNvPr id="7" name="Picture 6">
            <a:extLst>
              <a:ext uri="{FF2B5EF4-FFF2-40B4-BE49-F238E27FC236}">
                <a16:creationId xmlns:a16="http://schemas.microsoft.com/office/drawing/2014/main" id="{DC26FCEC-9F89-01F7-ED84-CFB00D4E48C4}"/>
              </a:ext>
            </a:extLst>
          </p:cNvPr>
          <p:cNvPicPr>
            <a:picLocks noChangeAspect="1"/>
          </p:cNvPicPr>
          <p:nvPr/>
        </p:nvPicPr>
        <p:blipFill rotWithShape="1">
          <a:blip r:embed="rId6"/>
          <a:srcRect l="7093" t="5916" r="3241" b="2335"/>
          <a:stretch>
            <a:fillRect/>
          </a:stretch>
        </p:blipFill>
        <p:spPr bwMode="auto">
          <a:xfrm>
            <a:off x="4867164" y="2827999"/>
            <a:ext cx="2054308" cy="1842765"/>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00144247-F9A4-1E2F-BA01-D24B12532C47}"/>
              </a:ext>
            </a:extLst>
          </p:cNvPr>
          <p:cNvPicPr>
            <a:picLocks noChangeAspect="1"/>
          </p:cNvPicPr>
          <p:nvPr/>
        </p:nvPicPr>
        <p:blipFill>
          <a:blip r:embed="rId7"/>
          <a:stretch>
            <a:fillRect/>
          </a:stretch>
        </p:blipFill>
        <p:spPr>
          <a:xfrm>
            <a:off x="2870201" y="4670764"/>
            <a:ext cx="2400330" cy="1465178"/>
          </a:xfrm>
          <a:prstGeom prst="rect">
            <a:avLst/>
          </a:prstGeom>
          <a:ln>
            <a:solidFill>
              <a:schemeClr val="tx1"/>
            </a:solidFill>
          </a:ln>
        </p:spPr>
      </p:pic>
      <p:pic>
        <p:nvPicPr>
          <p:cNvPr id="9" name="Picture 8">
            <a:extLst>
              <a:ext uri="{FF2B5EF4-FFF2-40B4-BE49-F238E27FC236}">
                <a16:creationId xmlns:a16="http://schemas.microsoft.com/office/drawing/2014/main" id="{5FF5E101-7F5A-84DB-46EB-424CA64FB49A}"/>
              </a:ext>
            </a:extLst>
          </p:cNvPr>
          <p:cNvPicPr>
            <a:picLocks noChangeAspect="1"/>
          </p:cNvPicPr>
          <p:nvPr/>
        </p:nvPicPr>
        <p:blipFill rotWithShape="1">
          <a:blip r:embed="rId8"/>
          <a:srcRect l="1556" t="1019" r="1299"/>
          <a:stretch>
            <a:fillRect/>
          </a:stretch>
        </p:blipFill>
        <p:spPr bwMode="auto">
          <a:xfrm>
            <a:off x="5259421" y="4670764"/>
            <a:ext cx="1662052" cy="1842041"/>
          </a:xfrm>
          <a:prstGeom prst="rect">
            <a:avLst/>
          </a:prstGeom>
          <a:ln>
            <a:solidFill>
              <a:schemeClr val="tx1"/>
            </a:solid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CE022CEC-66ED-BB6C-6F20-EA93B2320C9F}"/>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flipH="1">
            <a:off x="9444605" y="2528585"/>
            <a:ext cx="2606370" cy="3911292"/>
          </a:xfrm>
          <a:prstGeom prst="rect">
            <a:avLst/>
          </a:prstGeom>
          <a:noFill/>
          <a:ln>
            <a:solidFill>
              <a:schemeClr val="tx1"/>
            </a:solidFill>
          </a:ln>
        </p:spPr>
      </p:pic>
      <p:sp>
        <p:nvSpPr>
          <p:cNvPr id="12" name="TextBox 11">
            <a:extLst>
              <a:ext uri="{FF2B5EF4-FFF2-40B4-BE49-F238E27FC236}">
                <a16:creationId xmlns:a16="http://schemas.microsoft.com/office/drawing/2014/main" id="{499434B7-139D-D26C-5E34-A2B903AB4DB7}"/>
              </a:ext>
            </a:extLst>
          </p:cNvPr>
          <p:cNvSpPr txBox="1"/>
          <p:nvPr/>
        </p:nvSpPr>
        <p:spPr>
          <a:xfrm>
            <a:off x="6921471" y="2378483"/>
            <a:ext cx="2587177" cy="4247317"/>
          </a:xfrm>
          <a:prstGeom prst="rect">
            <a:avLst/>
          </a:prstGeom>
          <a:noFill/>
        </p:spPr>
        <p:txBody>
          <a:bodyPr wrap="square">
            <a:spAutoFit/>
          </a:bodyPr>
          <a:lstStyle/>
          <a:p>
            <a:pPr marL="285750" indent="-285750">
              <a:buFont typeface="Arial" panose="020B0604020202020204" pitchFamily="34" charset="0"/>
              <a:buChar char="•"/>
            </a:pPr>
            <a:r>
              <a:rPr lang="en-GB" dirty="0"/>
              <a:t>MG90S servo-driven eyes, eyelids, beak and wings</a:t>
            </a:r>
          </a:p>
          <a:p>
            <a:pPr marL="285750" indent="-285750">
              <a:buFont typeface="Arial" panose="020B0604020202020204" pitchFamily="34" charset="0"/>
              <a:buChar char="•"/>
            </a:pPr>
            <a:r>
              <a:rPr lang="en-GB" dirty="0"/>
              <a:t>MG996R servo-driven neck</a:t>
            </a:r>
          </a:p>
          <a:p>
            <a:pPr marL="285750" indent="-285750">
              <a:buFont typeface="Arial" panose="020B0604020202020204" pitchFamily="34" charset="0"/>
              <a:buChar char="•"/>
            </a:pPr>
            <a:r>
              <a:rPr lang="en-GB" dirty="0"/>
              <a:t>Mounts for the Pi, PCA9685, Speaker, Buck Convertor, Microphone</a:t>
            </a:r>
          </a:p>
          <a:p>
            <a:pPr marL="285750" indent="-285750">
              <a:buFontTx/>
              <a:buChar char="-"/>
            </a:pPr>
            <a:endParaRPr lang="en-GB" dirty="0"/>
          </a:p>
          <a:p>
            <a:r>
              <a:rPr lang="en-GB" dirty="0"/>
              <a:t>The design was the longest process as it involved lots of iteration through physical fitment tests.</a:t>
            </a:r>
          </a:p>
        </p:txBody>
      </p:sp>
    </p:spTree>
    <p:extLst>
      <p:ext uri="{BB962C8B-B14F-4D97-AF65-F5344CB8AC3E}">
        <p14:creationId xmlns:p14="http://schemas.microsoft.com/office/powerpoint/2010/main" val="53944418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EC6FF8-181E-4897-9463-A6F20768A5D0}"/>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6</a:t>
            </a:fld>
            <a:endParaRPr lang="en-US" noProof="0"/>
          </a:p>
        </p:txBody>
      </p:sp>
      <p:sp>
        <p:nvSpPr>
          <p:cNvPr id="10" name="TextBox 9">
            <a:extLst>
              <a:ext uri="{FF2B5EF4-FFF2-40B4-BE49-F238E27FC236}">
                <a16:creationId xmlns:a16="http://schemas.microsoft.com/office/drawing/2014/main" id="{DBA9204B-1C4E-2DB6-15D4-C65484EF5968}"/>
              </a:ext>
            </a:extLst>
          </p:cNvPr>
          <p:cNvSpPr txBox="1"/>
          <p:nvPr/>
        </p:nvSpPr>
        <p:spPr>
          <a:xfrm>
            <a:off x="2103121" y="1343656"/>
            <a:ext cx="7985760" cy="2585323"/>
          </a:xfrm>
          <a:prstGeom prst="rect">
            <a:avLst/>
          </a:prstGeom>
          <a:noFill/>
        </p:spPr>
        <p:txBody>
          <a:bodyPr wrap="square" rtlCol="0">
            <a:spAutoFit/>
          </a:bodyPr>
          <a:lstStyle/>
          <a:p>
            <a:pPr algn="just"/>
            <a:r>
              <a:rPr lang="en-US" dirty="0"/>
              <a:t>Since servos do not know their true position, they had to be calibrated using a protractor to determine 0-180</a:t>
            </a:r>
            <a:r>
              <a:rPr lang="en-GB" dirty="0"/>
              <a:t>°</a:t>
            </a:r>
            <a:r>
              <a:rPr lang="en-US" dirty="0"/>
              <a:t> motion.</a:t>
            </a:r>
          </a:p>
          <a:p>
            <a:pPr algn="just"/>
            <a:endParaRPr lang="en-US" dirty="0"/>
          </a:p>
          <a:p>
            <a:pPr algn="just"/>
            <a:r>
              <a:rPr lang="en-US" dirty="0"/>
              <a:t>Pulse Width Modulation (PWM) tick limits for each mechanism had to be found experimentally. An Arduino UNO, PCA9685 and potentiometers were used to do this, and final calibrated values were transferred into Python on the Pi.</a:t>
            </a:r>
          </a:p>
          <a:p>
            <a:pPr algn="just"/>
            <a:endParaRPr lang="en-US" dirty="0"/>
          </a:p>
          <a:p>
            <a:pPr algn="just"/>
            <a:r>
              <a:rPr lang="en-US" dirty="0"/>
              <a:t> </a:t>
            </a:r>
          </a:p>
          <a:p>
            <a:pPr algn="just"/>
            <a:endParaRPr lang="en-US" dirty="0"/>
          </a:p>
        </p:txBody>
      </p:sp>
      <p:sp>
        <p:nvSpPr>
          <p:cNvPr id="8" name="TextBox 7">
            <a:extLst>
              <a:ext uri="{FF2B5EF4-FFF2-40B4-BE49-F238E27FC236}">
                <a16:creationId xmlns:a16="http://schemas.microsoft.com/office/drawing/2014/main" id="{2449E3BA-037A-AC0C-D464-CBB157AB3C9D}"/>
              </a:ext>
            </a:extLst>
          </p:cNvPr>
          <p:cNvSpPr txBox="1"/>
          <p:nvPr/>
        </p:nvSpPr>
        <p:spPr>
          <a:xfrm>
            <a:off x="2324100" y="408103"/>
            <a:ext cx="8305800" cy="769441"/>
          </a:xfrm>
          <a:prstGeom prst="rect">
            <a:avLst/>
          </a:prstGeom>
          <a:noFill/>
        </p:spPr>
        <p:txBody>
          <a:bodyPr wrap="square">
            <a:spAutoFit/>
          </a:bodyPr>
          <a:lstStyle/>
          <a:p>
            <a:r>
              <a:rPr kumimoji="0" lang="en-US" sz="4400" b="1" i="0" u="none" strike="noStrike" kern="1200" cap="none" spc="1500" normalizeH="0" baseline="0" noProof="0" dirty="0">
                <a:ln>
                  <a:noFill/>
                </a:ln>
                <a:solidFill>
                  <a:prstClr val="black"/>
                </a:solidFill>
                <a:effectLst/>
                <a:uLnTx/>
                <a:uFillTx/>
                <a:latin typeface="Source Sans Pro "/>
                <a:ea typeface="+mj-ea"/>
                <a:cs typeface="+mj-cs"/>
              </a:rPr>
              <a:t>Servo Calibration</a:t>
            </a:r>
            <a:endParaRPr lang="en-GB" dirty="0"/>
          </a:p>
        </p:txBody>
      </p:sp>
      <p:pic>
        <p:nvPicPr>
          <p:cNvPr id="11" name="Picture 10">
            <a:extLst>
              <a:ext uri="{FF2B5EF4-FFF2-40B4-BE49-F238E27FC236}">
                <a16:creationId xmlns:a16="http://schemas.microsoft.com/office/drawing/2014/main" id="{158847BE-E7C7-40B7-E9C1-50524453D2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801830">
            <a:off x="10298873" y="549054"/>
            <a:ext cx="1390275" cy="1456506"/>
          </a:xfrm>
          <a:prstGeom prst="rect">
            <a:avLst/>
          </a:prstGeom>
          <a:ln>
            <a:solidFill>
              <a:schemeClr val="bg1"/>
            </a:solidFill>
          </a:ln>
        </p:spPr>
      </p:pic>
      <p:pic>
        <p:nvPicPr>
          <p:cNvPr id="12" name="Picture 11">
            <a:extLst>
              <a:ext uri="{FF2B5EF4-FFF2-40B4-BE49-F238E27FC236}">
                <a16:creationId xmlns:a16="http://schemas.microsoft.com/office/drawing/2014/main" id="{A870A9F6-3C5F-186E-906B-1F00E010322F}"/>
              </a:ext>
            </a:extLst>
          </p:cNvPr>
          <p:cNvPicPr>
            <a:picLocks noChangeAspect="1"/>
          </p:cNvPicPr>
          <p:nvPr/>
        </p:nvPicPr>
        <p:blipFill rotWithShape="1">
          <a:blip r:embed="rId4">
            <a:extLst>
              <a:ext uri="{28A0092B-C50C-407E-A947-70E740481C1C}">
                <a14:useLocalDpi xmlns:a14="http://schemas.microsoft.com/office/drawing/2010/main" val="0"/>
              </a:ext>
            </a:extLst>
          </a:blip>
          <a:srcRect b="6144"/>
          <a:stretch>
            <a:fillRect/>
          </a:stretch>
        </p:blipFill>
        <p:spPr bwMode="auto">
          <a:xfrm rot="21175429">
            <a:off x="520685" y="4533790"/>
            <a:ext cx="2017652" cy="1704776"/>
          </a:xfrm>
          <a:prstGeom prst="rect">
            <a:avLst/>
          </a:prstGeom>
          <a:ln>
            <a:solidFill>
              <a:schemeClr val="bg1"/>
            </a:solid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F34D9C21-BB2B-D1F0-4909-06093175354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30307" y="3429000"/>
            <a:ext cx="4731385" cy="2538257"/>
          </a:xfrm>
          <a:prstGeom prst="rect">
            <a:avLst/>
          </a:prstGeom>
          <a:noFill/>
          <a:ln w="38100">
            <a:solidFill>
              <a:schemeClr val="tx1"/>
            </a:solidFill>
          </a:ln>
        </p:spPr>
      </p:pic>
    </p:spTree>
    <p:extLst>
      <p:ext uri="{BB962C8B-B14F-4D97-AF65-F5344CB8AC3E}">
        <p14:creationId xmlns:p14="http://schemas.microsoft.com/office/powerpoint/2010/main" val="214475380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B1AA-3414-7ACF-455D-FF088B9D97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3AC8E7-8C2E-90B8-2EE5-28AAC56F72E2}"/>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7</a:t>
            </a:fld>
            <a:endParaRPr lang="en-US" noProof="0"/>
          </a:p>
        </p:txBody>
      </p:sp>
      <p:sp>
        <p:nvSpPr>
          <p:cNvPr id="6" name="TextBox 5">
            <a:extLst>
              <a:ext uri="{FF2B5EF4-FFF2-40B4-BE49-F238E27FC236}">
                <a16:creationId xmlns:a16="http://schemas.microsoft.com/office/drawing/2014/main" id="{5DEF3971-D342-2F88-525B-F1304B40A9EA}"/>
              </a:ext>
            </a:extLst>
          </p:cNvPr>
          <p:cNvSpPr txBox="1"/>
          <p:nvPr/>
        </p:nvSpPr>
        <p:spPr>
          <a:xfrm>
            <a:off x="2981325" y="484844"/>
            <a:ext cx="6229350"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1500" normalizeH="0" baseline="0" noProof="0" dirty="0">
                <a:ln>
                  <a:noFill/>
                </a:ln>
                <a:solidFill>
                  <a:prstClr val="black"/>
                </a:solidFill>
                <a:effectLst/>
                <a:uLnTx/>
                <a:uFillTx/>
                <a:latin typeface="Source Sans Pro "/>
                <a:ea typeface="+mn-ea"/>
                <a:cs typeface="+mn-cs"/>
              </a:rPr>
              <a:t>Face Tracking</a:t>
            </a:r>
            <a:endParaRPr kumimoji="0" lang="en-GB" sz="1800" b="0" i="0" u="none" strike="noStrike" kern="1200" cap="none" spc="0" normalizeH="0" baseline="0" noProof="0" dirty="0">
              <a:ln>
                <a:noFill/>
              </a:ln>
              <a:solidFill>
                <a:prstClr val="black"/>
              </a:solidFill>
              <a:effectLst/>
              <a:uLnTx/>
              <a:uFillTx/>
              <a:latin typeface="Source Sans Pro"/>
              <a:ea typeface="+mn-ea"/>
              <a:cs typeface="+mn-cs"/>
            </a:endParaRPr>
          </a:p>
        </p:txBody>
      </p:sp>
      <p:sp>
        <p:nvSpPr>
          <p:cNvPr id="11" name="TextBox 10">
            <a:extLst>
              <a:ext uri="{FF2B5EF4-FFF2-40B4-BE49-F238E27FC236}">
                <a16:creationId xmlns:a16="http://schemas.microsoft.com/office/drawing/2014/main" id="{9A0E38CC-8C10-E2DE-10B8-6EEA3483B1EC}"/>
              </a:ext>
            </a:extLst>
          </p:cNvPr>
          <p:cNvSpPr txBox="1"/>
          <p:nvPr/>
        </p:nvSpPr>
        <p:spPr>
          <a:xfrm>
            <a:off x="1708150" y="1269139"/>
            <a:ext cx="8775700" cy="2031325"/>
          </a:xfrm>
          <a:prstGeom prst="rect">
            <a:avLst/>
          </a:prstGeom>
          <a:noFill/>
        </p:spPr>
        <p:txBody>
          <a:bodyPr wrap="square">
            <a:spAutoFit/>
          </a:bodyPr>
          <a:lstStyle/>
          <a:p>
            <a:pPr algn="just"/>
            <a:r>
              <a:rPr lang="en-US" dirty="0"/>
              <a:t>Freddy uses the cameras mounted as pupils in its eyeballs to track. It incorporates active target selection, proportional-style tracking, </a:t>
            </a:r>
            <a:r>
              <a:rPr lang="en-US" dirty="0" err="1"/>
              <a:t>deadzones</a:t>
            </a:r>
            <a:r>
              <a:rPr lang="en-US" dirty="0"/>
              <a:t> to reduce jitter and scanning when no face is detected.</a:t>
            </a:r>
          </a:p>
          <a:p>
            <a:pPr algn="just"/>
            <a:endParaRPr lang="en-US" b="1" dirty="0"/>
          </a:p>
          <a:p>
            <a:pPr algn="just"/>
            <a:r>
              <a:rPr lang="en-US" dirty="0"/>
              <a:t>For face detection,</a:t>
            </a:r>
            <a:r>
              <a:rPr lang="en-US" b="1" dirty="0"/>
              <a:t> </a:t>
            </a:r>
            <a:r>
              <a:rPr lang="en-US" b="1" dirty="0" err="1"/>
              <a:t>MediaPipe</a:t>
            </a:r>
            <a:r>
              <a:rPr lang="en-US" dirty="0"/>
              <a:t>, an open-source framework from Google, was used. When a face was detected in the camera frame, the code compared that position to the </a:t>
            </a:r>
            <a:r>
              <a:rPr lang="en-US" dirty="0" err="1"/>
              <a:t>centre</a:t>
            </a:r>
            <a:r>
              <a:rPr lang="en-US" dirty="0"/>
              <a:t> of the frame and then moved the eyes and neck to reduce the error between the two.</a:t>
            </a:r>
          </a:p>
        </p:txBody>
      </p:sp>
      <p:pic>
        <p:nvPicPr>
          <p:cNvPr id="12" name="Picture 11">
            <a:extLst>
              <a:ext uri="{FF2B5EF4-FFF2-40B4-BE49-F238E27FC236}">
                <a16:creationId xmlns:a16="http://schemas.microsoft.com/office/drawing/2014/main" id="{984B6C50-9CCB-E4F4-4EB6-C601C7393625}"/>
              </a:ext>
            </a:extLst>
          </p:cNvPr>
          <p:cNvPicPr>
            <a:picLocks noChangeAspect="1"/>
          </p:cNvPicPr>
          <p:nvPr/>
        </p:nvPicPr>
        <p:blipFill>
          <a:blip r:embed="rId3"/>
          <a:stretch>
            <a:fillRect/>
          </a:stretch>
        </p:blipFill>
        <p:spPr>
          <a:xfrm>
            <a:off x="5013325" y="3592317"/>
            <a:ext cx="4968875" cy="2946595"/>
          </a:xfrm>
          <a:prstGeom prst="rect">
            <a:avLst/>
          </a:prstGeom>
          <a:ln>
            <a:solidFill>
              <a:schemeClr val="tx1"/>
            </a:solidFill>
          </a:ln>
        </p:spPr>
      </p:pic>
      <p:sp>
        <p:nvSpPr>
          <p:cNvPr id="13" name="TextBox 12">
            <a:extLst>
              <a:ext uri="{FF2B5EF4-FFF2-40B4-BE49-F238E27FC236}">
                <a16:creationId xmlns:a16="http://schemas.microsoft.com/office/drawing/2014/main" id="{E6190DAC-1317-3001-3DBA-3145E63EBCD9}"/>
              </a:ext>
            </a:extLst>
          </p:cNvPr>
          <p:cNvSpPr txBox="1"/>
          <p:nvPr/>
        </p:nvSpPr>
        <p:spPr>
          <a:xfrm>
            <a:off x="833628" y="3592317"/>
            <a:ext cx="4000500" cy="2031325"/>
          </a:xfrm>
          <a:prstGeom prst="rect">
            <a:avLst/>
          </a:prstGeom>
          <a:noFill/>
        </p:spPr>
        <p:txBody>
          <a:bodyPr wrap="square">
            <a:spAutoFit/>
          </a:bodyPr>
          <a:lstStyle/>
          <a:p>
            <a:pPr algn="just"/>
            <a:endParaRPr lang="en-US" dirty="0"/>
          </a:p>
          <a:p>
            <a:pPr algn="just"/>
            <a:r>
              <a:rPr lang="en-US" b="1" u="sng" dirty="0"/>
              <a:t>Testing:</a:t>
            </a:r>
          </a:p>
          <a:p>
            <a:pPr algn="just"/>
            <a:r>
              <a:rPr lang="en-US" dirty="0"/>
              <a:t>With the </a:t>
            </a:r>
            <a:r>
              <a:rPr lang="en-US" b="1" dirty="0"/>
              <a:t>confidence threshold = 0.5</a:t>
            </a:r>
            <a:r>
              <a:rPr lang="en-US" dirty="0"/>
              <a:t>,</a:t>
            </a:r>
          </a:p>
          <a:p>
            <a:pPr algn="just"/>
            <a:r>
              <a:rPr lang="en-US" dirty="0"/>
              <a:t>The tracking solution performed well with a </a:t>
            </a:r>
            <a:r>
              <a:rPr lang="en-US" dirty="0" err="1"/>
              <a:t>normalised</a:t>
            </a:r>
            <a:r>
              <a:rPr lang="en-US" dirty="0"/>
              <a:t> tracking error of </a:t>
            </a:r>
            <a:r>
              <a:rPr lang="en-US" b="1" dirty="0"/>
              <a:t>0.287</a:t>
            </a:r>
            <a:r>
              <a:rPr lang="en-US" dirty="0"/>
              <a:t> maximum and only</a:t>
            </a:r>
            <a:r>
              <a:rPr lang="en-US" b="1" dirty="0"/>
              <a:t> 4 </a:t>
            </a:r>
            <a:r>
              <a:rPr lang="en-US" dirty="0"/>
              <a:t>instances in which the face was not detected. </a:t>
            </a:r>
          </a:p>
        </p:txBody>
      </p:sp>
      <p:pic>
        <p:nvPicPr>
          <p:cNvPr id="2" name="Picture 1">
            <a:extLst>
              <a:ext uri="{FF2B5EF4-FFF2-40B4-BE49-F238E27FC236}">
                <a16:creationId xmlns:a16="http://schemas.microsoft.com/office/drawing/2014/main" id="{EC39D00C-A9F0-4F7E-B390-050A985A4CA6}"/>
              </a:ext>
            </a:extLst>
          </p:cNvPr>
          <p:cNvPicPr>
            <a:picLocks noChangeAspect="1"/>
          </p:cNvPicPr>
          <p:nvPr/>
        </p:nvPicPr>
        <p:blipFill rotWithShape="1">
          <a:blip r:embed="rId4"/>
          <a:srcRect l="5098" t="1882" b="3665"/>
          <a:stretch>
            <a:fillRect/>
          </a:stretch>
        </p:blipFill>
        <p:spPr bwMode="auto">
          <a:xfrm rot="1022648">
            <a:off x="10494894" y="281166"/>
            <a:ext cx="1454967" cy="117679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567050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5B12-7E91-987E-9CDE-EAA5819E4B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3B4650-E083-7BA4-B871-8C034C0B6BB0}"/>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8</a:t>
            </a:fld>
            <a:endParaRPr lang="en-US" noProof="0"/>
          </a:p>
        </p:txBody>
      </p:sp>
      <p:sp>
        <p:nvSpPr>
          <p:cNvPr id="6" name="TextBox 5">
            <a:extLst>
              <a:ext uri="{FF2B5EF4-FFF2-40B4-BE49-F238E27FC236}">
                <a16:creationId xmlns:a16="http://schemas.microsoft.com/office/drawing/2014/main" id="{78FA4579-A336-E262-209A-947C0F72FDC8}"/>
              </a:ext>
            </a:extLst>
          </p:cNvPr>
          <p:cNvSpPr txBox="1"/>
          <p:nvPr/>
        </p:nvSpPr>
        <p:spPr>
          <a:xfrm>
            <a:off x="1841500" y="484844"/>
            <a:ext cx="9512300"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1500" normalizeH="0" baseline="0" noProof="0" dirty="0">
                <a:ln>
                  <a:noFill/>
                </a:ln>
                <a:solidFill>
                  <a:prstClr val="black"/>
                </a:solidFill>
                <a:effectLst/>
                <a:uLnTx/>
                <a:uFillTx/>
                <a:latin typeface="Source Sans Pro "/>
                <a:ea typeface="+mn-ea"/>
                <a:cs typeface="+mn-cs"/>
              </a:rPr>
              <a:t>Emotion Recognition </a:t>
            </a:r>
            <a:endParaRPr kumimoji="0" lang="en-GB" sz="1800" b="0" i="0" u="none" strike="noStrike" kern="1200" cap="none" spc="0" normalizeH="0" baseline="0" noProof="0" dirty="0">
              <a:ln>
                <a:noFill/>
              </a:ln>
              <a:solidFill>
                <a:prstClr val="black"/>
              </a:solidFill>
              <a:effectLst/>
              <a:uLnTx/>
              <a:uFillTx/>
              <a:latin typeface="Source Sans Pro"/>
              <a:ea typeface="+mn-ea"/>
              <a:cs typeface="+mn-cs"/>
            </a:endParaRPr>
          </a:p>
        </p:txBody>
      </p:sp>
      <p:sp>
        <p:nvSpPr>
          <p:cNvPr id="11" name="TextBox 10">
            <a:extLst>
              <a:ext uri="{FF2B5EF4-FFF2-40B4-BE49-F238E27FC236}">
                <a16:creationId xmlns:a16="http://schemas.microsoft.com/office/drawing/2014/main" id="{7E90646A-065E-4CD5-F57D-5F7F98957A14}"/>
              </a:ext>
            </a:extLst>
          </p:cNvPr>
          <p:cNvSpPr txBox="1"/>
          <p:nvPr/>
        </p:nvSpPr>
        <p:spPr>
          <a:xfrm>
            <a:off x="1708150" y="1269139"/>
            <a:ext cx="8775700" cy="1200329"/>
          </a:xfrm>
          <a:prstGeom prst="rect">
            <a:avLst/>
          </a:prstGeom>
          <a:noFill/>
        </p:spPr>
        <p:txBody>
          <a:bodyPr wrap="square">
            <a:spAutoFit/>
          </a:bodyPr>
          <a:lstStyle/>
          <a:p>
            <a:pPr algn="just"/>
            <a:r>
              <a:rPr lang="en-US" dirty="0"/>
              <a:t>Freddy uses another open-source framework for emotion recognition: </a:t>
            </a:r>
            <a:r>
              <a:rPr lang="en-US" b="1" dirty="0" err="1"/>
              <a:t>HSEmotion</a:t>
            </a:r>
            <a:r>
              <a:rPr lang="en-US" dirty="0"/>
              <a:t>, specifically the model, </a:t>
            </a:r>
            <a:r>
              <a:rPr lang="en-US" b="1" dirty="0"/>
              <a:t>enet_b0_8_best_afew</a:t>
            </a:r>
            <a:r>
              <a:rPr lang="en-US" dirty="0"/>
              <a:t>. He can detect 7 out of the 8 emotions: happy, sad, angry, disgust, fear, surprise, neutral.  </a:t>
            </a:r>
          </a:p>
          <a:p>
            <a:pPr algn="just"/>
            <a:endParaRPr lang="en-US" b="1" dirty="0"/>
          </a:p>
        </p:txBody>
      </p:sp>
      <p:graphicFrame>
        <p:nvGraphicFramePr>
          <p:cNvPr id="3" name="Table 2">
            <a:extLst>
              <a:ext uri="{FF2B5EF4-FFF2-40B4-BE49-F238E27FC236}">
                <a16:creationId xmlns:a16="http://schemas.microsoft.com/office/drawing/2014/main" id="{CF971272-1D65-2B17-C658-C545B782FCAF}"/>
              </a:ext>
            </a:extLst>
          </p:cNvPr>
          <p:cNvGraphicFramePr>
            <a:graphicFrameLocks noGrp="1"/>
          </p:cNvGraphicFramePr>
          <p:nvPr>
            <p:extLst>
              <p:ext uri="{D42A27DB-BD31-4B8C-83A1-F6EECF244321}">
                <p14:modId xmlns:p14="http://schemas.microsoft.com/office/powerpoint/2010/main" val="233008317"/>
              </p:ext>
            </p:extLst>
          </p:nvPr>
        </p:nvGraphicFramePr>
        <p:xfrm>
          <a:off x="1841500" y="2367020"/>
          <a:ext cx="4090024" cy="4256161"/>
        </p:xfrm>
        <a:graphic>
          <a:graphicData uri="http://schemas.openxmlformats.org/drawingml/2006/table">
            <a:tbl>
              <a:tblPr firstRow="1" firstCol="1" bandRow="1">
                <a:tableStyleId>{5C22544A-7EE6-4342-B048-85BDC9FD1C3A}</a:tableStyleId>
              </a:tblPr>
              <a:tblGrid>
                <a:gridCol w="1434165">
                  <a:extLst>
                    <a:ext uri="{9D8B030D-6E8A-4147-A177-3AD203B41FA5}">
                      <a16:colId xmlns:a16="http://schemas.microsoft.com/office/drawing/2014/main" val="239089143"/>
                    </a:ext>
                  </a:extLst>
                </a:gridCol>
                <a:gridCol w="1147611">
                  <a:extLst>
                    <a:ext uri="{9D8B030D-6E8A-4147-A177-3AD203B41FA5}">
                      <a16:colId xmlns:a16="http://schemas.microsoft.com/office/drawing/2014/main" val="3223306356"/>
                    </a:ext>
                  </a:extLst>
                </a:gridCol>
                <a:gridCol w="1508248">
                  <a:extLst>
                    <a:ext uri="{9D8B030D-6E8A-4147-A177-3AD203B41FA5}">
                      <a16:colId xmlns:a16="http://schemas.microsoft.com/office/drawing/2014/main" val="318349325"/>
                    </a:ext>
                  </a:extLst>
                </a:gridCol>
              </a:tblGrid>
              <a:tr h="163672">
                <a:tc>
                  <a:txBody>
                    <a:bodyPr/>
                    <a:lstStyle/>
                    <a:p>
                      <a:pPr algn="ctr">
                        <a:lnSpc>
                          <a:spcPct val="150000"/>
                        </a:lnSpc>
                        <a:spcAft>
                          <a:spcPts val="800"/>
                        </a:spcAft>
                        <a:buNone/>
                      </a:pPr>
                      <a:r>
                        <a:rPr lang="en-GB" sz="900" kern="100">
                          <a:effectLst/>
                        </a:rPr>
                        <a:t>timestamp</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900" kern="100">
                          <a:effectLst/>
                        </a:rPr>
                        <a:t>raw_prediction</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900" kern="100">
                          <a:effectLst/>
                        </a:rPr>
                        <a:t>stable_emotion</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4098542049"/>
                  </a:ext>
                </a:extLst>
              </a:tr>
              <a:tr h="181877">
                <a:tc>
                  <a:txBody>
                    <a:bodyPr/>
                    <a:lstStyle/>
                    <a:p>
                      <a:pPr algn="ctr">
                        <a:lnSpc>
                          <a:spcPct val="150000"/>
                        </a:lnSpc>
                        <a:spcAft>
                          <a:spcPts val="800"/>
                        </a:spcAft>
                        <a:buNone/>
                      </a:pPr>
                      <a:r>
                        <a:rPr lang="en-GB" sz="1000" kern="100">
                          <a:effectLst/>
                        </a:rPr>
                        <a:t>1777036530</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neutral</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375435904"/>
                  </a:ext>
                </a:extLst>
              </a:tr>
              <a:tr h="181877">
                <a:tc>
                  <a:txBody>
                    <a:bodyPr/>
                    <a:lstStyle/>
                    <a:p>
                      <a:pPr algn="ctr">
                        <a:lnSpc>
                          <a:spcPct val="150000"/>
                        </a:lnSpc>
                        <a:spcAft>
                          <a:spcPts val="800"/>
                        </a:spcAft>
                        <a:buNone/>
                      </a:pPr>
                      <a:r>
                        <a:rPr lang="en-GB" sz="1000" kern="100">
                          <a:effectLst/>
                        </a:rPr>
                        <a:t>1777036531</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dirty="0">
                          <a:effectLst/>
                        </a:rPr>
                        <a:t>neutral</a:t>
                      </a:r>
                      <a:endParaRPr lang="en-GB" sz="1000" kern="100" dirty="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2411430006"/>
                  </a:ext>
                </a:extLst>
              </a:tr>
              <a:tr h="181877">
                <a:tc>
                  <a:txBody>
                    <a:bodyPr/>
                    <a:lstStyle/>
                    <a:p>
                      <a:pPr algn="ctr">
                        <a:lnSpc>
                          <a:spcPct val="150000"/>
                        </a:lnSpc>
                        <a:spcAft>
                          <a:spcPts val="800"/>
                        </a:spcAft>
                        <a:buNone/>
                      </a:pPr>
                      <a:r>
                        <a:rPr lang="en-GB" sz="1000" kern="100">
                          <a:effectLst/>
                        </a:rPr>
                        <a:t>1777036532</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2610807225"/>
                  </a:ext>
                </a:extLst>
              </a:tr>
              <a:tr h="181877">
                <a:tc>
                  <a:txBody>
                    <a:bodyPr/>
                    <a:lstStyle/>
                    <a:p>
                      <a:pPr algn="ctr">
                        <a:lnSpc>
                          <a:spcPct val="150000"/>
                        </a:lnSpc>
                        <a:spcAft>
                          <a:spcPts val="800"/>
                        </a:spcAft>
                        <a:buNone/>
                      </a:pPr>
                      <a:r>
                        <a:rPr lang="en-GB" sz="1000" kern="100">
                          <a:effectLst/>
                        </a:rPr>
                        <a:t>1777036533</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1856754235"/>
                  </a:ext>
                </a:extLst>
              </a:tr>
              <a:tr h="181877">
                <a:tc>
                  <a:txBody>
                    <a:bodyPr/>
                    <a:lstStyle/>
                    <a:p>
                      <a:pPr algn="ctr">
                        <a:lnSpc>
                          <a:spcPct val="150000"/>
                        </a:lnSpc>
                        <a:spcAft>
                          <a:spcPts val="800"/>
                        </a:spcAft>
                        <a:buNone/>
                      </a:pPr>
                      <a:r>
                        <a:rPr lang="en-GB" sz="1000" kern="100">
                          <a:effectLst/>
                        </a:rPr>
                        <a:t>1777036534</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2733463075"/>
                  </a:ext>
                </a:extLst>
              </a:tr>
              <a:tr h="181877">
                <a:tc>
                  <a:txBody>
                    <a:bodyPr/>
                    <a:lstStyle/>
                    <a:p>
                      <a:pPr algn="ctr">
                        <a:lnSpc>
                          <a:spcPct val="150000"/>
                        </a:lnSpc>
                        <a:spcAft>
                          <a:spcPts val="800"/>
                        </a:spcAft>
                        <a:buNone/>
                      </a:pPr>
                      <a:r>
                        <a:rPr lang="en-GB" sz="1000" kern="100">
                          <a:effectLst/>
                        </a:rPr>
                        <a:t>1777036535</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1861166594"/>
                  </a:ext>
                </a:extLst>
              </a:tr>
              <a:tr h="181877">
                <a:tc>
                  <a:txBody>
                    <a:bodyPr/>
                    <a:lstStyle/>
                    <a:p>
                      <a:pPr algn="ctr">
                        <a:lnSpc>
                          <a:spcPct val="150000"/>
                        </a:lnSpc>
                        <a:spcAft>
                          <a:spcPts val="800"/>
                        </a:spcAft>
                        <a:buNone/>
                      </a:pPr>
                      <a:r>
                        <a:rPr lang="en-GB" sz="1000" kern="100">
                          <a:effectLst/>
                        </a:rPr>
                        <a:t>1777036536</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653629291"/>
                  </a:ext>
                </a:extLst>
              </a:tr>
              <a:tr h="181877">
                <a:tc>
                  <a:txBody>
                    <a:bodyPr/>
                    <a:lstStyle/>
                    <a:p>
                      <a:pPr algn="ctr">
                        <a:lnSpc>
                          <a:spcPct val="150000"/>
                        </a:lnSpc>
                        <a:spcAft>
                          <a:spcPts val="800"/>
                        </a:spcAft>
                        <a:buNone/>
                      </a:pPr>
                      <a:r>
                        <a:rPr lang="en-GB" sz="1000" kern="100">
                          <a:effectLst/>
                        </a:rPr>
                        <a:t>1777036537</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2515148167"/>
                  </a:ext>
                </a:extLst>
              </a:tr>
              <a:tr h="181877">
                <a:tc>
                  <a:txBody>
                    <a:bodyPr/>
                    <a:lstStyle/>
                    <a:p>
                      <a:pPr algn="ctr">
                        <a:lnSpc>
                          <a:spcPct val="150000"/>
                        </a:lnSpc>
                        <a:spcAft>
                          <a:spcPts val="800"/>
                        </a:spcAft>
                        <a:buNone/>
                      </a:pPr>
                      <a:r>
                        <a:rPr lang="en-GB" sz="1000" kern="100">
                          <a:effectLst/>
                        </a:rPr>
                        <a:t>1777036538</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3533618270"/>
                  </a:ext>
                </a:extLst>
              </a:tr>
              <a:tr h="181877">
                <a:tc>
                  <a:txBody>
                    <a:bodyPr/>
                    <a:lstStyle/>
                    <a:p>
                      <a:pPr algn="ctr">
                        <a:lnSpc>
                          <a:spcPct val="150000"/>
                        </a:lnSpc>
                        <a:spcAft>
                          <a:spcPts val="800"/>
                        </a:spcAft>
                        <a:buNone/>
                      </a:pPr>
                      <a:r>
                        <a:rPr lang="en-GB" sz="1000" kern="100">
                          <a:effectLst/>
                        </a:rPr>
                        <a:t>1777036539</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447754435"/>
                  </a:ext>
                </a:extLst>
              </a:tr>
              <a:tr h="181877">
                <a:tc>
                  <a:txBody>
                    <a:bodyPr/>
                    <a:lstStyle/>
                    <a:p>
                      <a:pPr algn="ctr">
                        <a:lnSpc>
                          <a:spcPct val="150000"/>
                        </a:lnSpc>
                        <a:spcAft>
                          <a:spcPts val="800"/>
                        </a:spcAft>
                        <a:buNone/>
                      </a:pPr>
                      <a:r>
                        <a:rPr lang="en-GB" sz="1000" kern="100">
                          <a:effectLst/>
                        </a:rPr>
                        <a:t>1777036540</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3354653196"/>
                  </a:ext>
                </a:extLst>
              </a:tr>
              <a:tr h="181877">
                <a:tc>
                  <a:txBody>
                    <a:bodyPr/>
                    <a:lstStyle/>
                    <a:p>
                      <a:pPr algn="ctr">
                        <a:lnSpc>
                          <a:spcPct val="150000"/>
                        </a:lnSpc>
                        <a:spcAft>
                          <a:spcPts val="800"/>
                        </a:spcAft>
                        <a:buNone/>
                      </a:pPr>
                      <a:r>
                        <a:rPr lang="en-GB" sz="1000" kern="100">
                          <a:effectLst/>
                        </a:rPr>
                        <a:t>1777036541</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3400349591"/>
                  </a:ext>
                </a:extLst>
              </a:tr>
              <a:tr h="181877">
                <a:tc>
                  <a:txBody>
                    <a:bodyPr/>
                    <a:lstStyle/>
                    <a:p>
                      <a:pPr algn="ctr">
                        <a:lnSpc>
                          <a:spcPct val="150000"/>
                        </a:lnSpc>
                        <a:spcAft>
                          <a:spcPts val="800"/>
                        </a:spcAft>
                        <a:buNone/>
                      </a:pPr>
                      <a:r>
                        <a:rPr lang="en-GB" sz="1000" kern="100">
                          <a:effectLst/>
                        </a:rPr>
                        <a:t>1777036542</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3656750237"/>
                  </a:ext>
                </a:extLst>
              </a:tr>
              <a:tr h="181877">
                <a:tc>
                  <a:txBody>
                    <a:bodyPr/>
                    <a:lstStyle/>
                    <a:p>
                      <a:pPr algn="ctr">
                        <a:lnSpc>
                          <a:spcPct val="150000"/>
                        </a:lnSpc>
                        <a:spcAft>
                          <a:spcPts val="800"/>
                        </a:spcAft>
                        <a:buNone/>
                      </a:pPr>
                      <a:r>
                        <a:rPr lang="en-GB" sz="1000" kern="100">
                          <a:effectLst/>
                        </a:rPr>
                        <a:t>1777036543</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906094818"/>
                  </a:ext>
                </a:extLst>
              </a:tr>
              <a:tr h="181877">
                <a:tc>
                  <a:txBody>
                    <a:bodyPr/>
                    <a:lstStyle/>
                    <a:p>
                      <a:pPr algn="ctr">
                        <a:lnSpc>
                          <a:spcPct val="150000"/>
                        </a:lnSpc>
                        <a:spcAft>
                          <a:spcPts val="800"/>
                        </a:spcAft>
                        <a:buNone/>
                      </a:pPr>
                      <a:r>
                        <a:rPr lang="en-GB" sz="1000" kern="100">
                          <a:effectLst/>
                        </a:rPr>
                        <a:t>1777036544</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2707342170"/>
                  </a:ext>
                </a:extLst>
              </a:tr>
              <a:tr h="181877">
                <a:tc>
                  <a:txBody>
                    <a:bodyPr/>
                    <a:lstStyle/>
                    <a:p>
                      <a:pPr algn="ctr">
                        <a:lnSpc>
                          <a:spcPct val="150000"/>
                        </a:lnSpc>
                        <a:spcAft>
                          <a:spcPts val="800"/>
                        </a:spcAft>
                        <a:buNone/>
                      </a:pPr>
                      <a:r>
                        <a:rPr lang="en-GB" sz="1000" kern="100">
                          <a:effectLst/>
                        </a:rPr>
                        <a:t>1777036545</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1049750221"/>
                  </a:ext>
                </a:extLst>
              </a:tr>
              <a:tr h="181877">
                <a:tc>
                  <a:txBody>
                    <a:bodyPr/>
                    <a:lstStyle/>
                    <a:p>
                      <a:pPr algn="ctr">
                        <a:lnSpc>
                          <a:spcPct val="150000"/>
                        </a:lnSpc>
                        <a:spcAft>
                          <a:spcPts val="800"/>
                        </a:spcAft>
                        <a:buNone/>
                      </a:pPr>
                      <a:r>
                        <a:rPr lang="en-GB" sz="1000" kern="100">
                          <a:effectLst/>
                        </a:rPr>
                        <a:t>1777036546</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angry</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3885220919"/>
                  </a:ext>
                </a:extLst>
              </a:tr>
              <a:tr h="181877">
                <a:tc>
                  <a:txBody>
                    <a:bodyPr/>
                    <a:lstStyle/>
                    <a:p>
                      <a:pPr algn="ctr">
                        <a:lnSpc>
                          <a:spcPct val="150000"/>
                        </a:lnSpc>
                        <a:spcAft>
                          <a:spcPts val="800"/>
                        </a:spcAft>
                        <a:buNone/>
                      </a:pPr>
                      <a:r>
                        <a:rPr lang="en-GB" sz="1000" kern="100">
                          <a:effectLst/>
                        </a:rPr>
                        <a:t>1777036547</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104748483"/>
                  </a:ext>
                </a:extLst>
              </a:tr>
              <a:tr h="181877">
                <a:tc>
                  <a:txBody>
                    <a:bodyPr/>
                    <a:lstStyle/>
                    <a:p>
                      <a:pPr algn="ctr">
                        <a:lnSpc>
                          <a:spcPct val="150000"/>
                        </a:lnSpc>
                        <a:spcAft>
                          <a:spcPts val="800"/>
                        </a:spcAft>
                        <a:buNone/>
                      </a:pPr>
                      <a:r>
                        <a:rPr lang="en-GB" sz="1000" kern="100">
                          <a:effectLst/>
                        </a:rPr>
                        <a:t>1777036548</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1163087273"/>
                  </a:ext>
                </a:extLst>
              </a:tr>
              <a:tr h="181877">
                <a:tc>
                  <a:txBody>
                    <a:bodyPr/>
                    <a:lstStyle/>
                    <a:p>
                      <a:pPr algn="ctr">
                        <a:lnSpc>
                          <a:spcPct val="150000"/>
                        </a:lnSpc>
                        <a:spcAft>
                          <a:spcPts val="800"/>
                        </a:spcAft>
                        <a:buNone/>
                      </a:pPr>
                      <a:r>
                        <a:rPr lang="en-GB" sz="1000" kern="100">
                          <a:effectLst/>
                        </a:rPr>
                        <a:t>1777036549</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a:effectLst/>
                        </a:rPr>
                        <a:t>disgust</a:t>
                      </a:r>
                      <a:endParaRPr lang="en-GB" sz="1000" kern="10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b"/>
                </a:tc>
                <a:tc>
                  <a:txBody>
                    <a:bodyPr/>
                    <a:lstStyle/>
                    <a:p>
                      <a:pPr algn="ctr">
                        <a:lnSpc>
                          <a:spcPct val="150000"/>
                        </a:lnSpc>
                        <a:spcAft>
                          <a:spcPts val="800"/>
                        </a:spcAft>
                        <a:buNone/>
                      </a:pPr>
                      <a:r>
                        <a:rPr lang="en-GB" sz="1000" kern="100" dirty="0">
                          <a:effectLst/>
                        </a:rPr>
                        <a:t>disgust</a:t>
                      </a:r>
                      <a:endParaRPr lang="en-GB" sz="1000" kern="100" dirty="0">
                        <a:effectLst/>
                        <a:latin typeface="Arial" panose="020B0604020202020204" pitchFamily="34" charset="0"/>
                        <a:ea typeface="Aptos" panose="020B0004020202020204" pitchFamily="34" charset="0"/>
                        <a:cs typeface="Times New Roman" panose="02020603050405020304" pitchFamily="18" charset="0"/>
                      </a:endParaRPr>
                    </a:p>
                  </a:txBody>
                  <a:tcPr marL="59462" marR="59462" marT="0" marB="0" anchor="ctr"/>
                </a:tc>
                <a:extLst>
                  <a:ext uri="{0D108BD9-81ED-4DB2-BD59-A6C34878D82A}">
                    <a16:rowId xmlns:a16="http://schemas.microsoft.com/office/drawing/2014/main" val="2817253778"/>
                  </a:ext>
                </a:extLst>
              </a:tr>
            </a:tbl>
          </a:graphicData>
        </a:graphic>
      </p:graphicFrame>
      <p:sp>
        <p:nvSpPr>
          <p:cNvPr id="7" name="TextBox 6">
            <a:extLst>
              <a:ext uri="{FF2B5EF4-FFF2-40B4-BE49-F238E27FC236}">
                <a16:creationId xmlns:a16="http://schemas.microsoft.com/office/drawing/2014/main" id="{CE8E49BE-1A15-34DB-8588-EFAB5B8C2B9B}"/>
              </a:ext>
            </a:extLst>
          </p:cNvPr>
          <p:cNvSpPr txBox="1"/>
          <p:nvPr/>
        </p:nvSpPr>
        <p:spPr>
          <a:xfrm>
            <a:off x="6096000" y="2367020"/>
            <a:ext cx="4533900" cy="2585323"/>
          </a:xfrm>
          <a:prstGeom prst="rect">
            <a:avLst/>
          </a:prstGeom>
          <a:noFill/>
        </p:spPr>
        <p:txBody>
          <a:bodyPr wrap="square">
            <a:spAutoFit/>
          </a:bodyPr>
          <a:lstStyle/>
          <a:p>
            <a:pPr algn="just"/>
            <a:r>
              <a:rPr lang="en-US" dirty="0"/>
              <a:t>Essentially, a cropped face is passed to the model, raw predictions could flicker but with a confidence threshold, majority voting, and stability timer, </a:t>
            </a:r>
            <a:r>
              <a:rPr lang="en-US" dirty="0" err="1"/>
              <a:t>behaviour</a:t>
            </a:r>
            <a:r>
              <a:rPr lang="en-US" dirty="0"/>
              <a:t> was smoother.</a:t>
            </a:r>
          </a:p>
          <a:p>
            <a:pPr algn="just"/>
            <a:endParaRPr lang="en-US" dirty="0"/>
          </a:p>
          <a:p>
            <a:pPr algn="just"/>
            <a:r>
              <a:rPr lang="en-US" b="1" u="sng" dirty="0"/>
              <a:t>Testing:</a:t>
            </a:r>
            <a:endParaRPr lang="en-US" u="sng" dirty="0"/>
          </a:p>
          <a:p>
            <a:pPr algn="just"/>
            <a:r>
              <a:rPr lang="en-US" dirty="0">
                <a:sym typeface="Wingdings" panose="05000000000000000000" pitchFamily="2" charset="2"/>
              </a:rPr>
              <a:t> </a:t>
            </a:r>
            <a:r>
              <a:rPr lang="en-US" dirty="0"/>
              <a:t>For an example of the stability working, this was a snippet of test data when detecting ‘disgust’.</a:t>
            </a:r>
          </a:p>
        </p:txBody>
      </p:sp>
      <p:sp>
        <p:nvSpPr>
          <p:cNvPr id="8" name="Oval 7">
            <a:extLst>
              <a:ext uri="{FF2B5EF4-FFF2-40B4-BE49-F238E27FC236}">
                <a16:creationId xmlns:a16="http://schemas.microsoft.com/office/drawing/2014/main" id="{BA7A73E7-8459-4A67-88B6-D80A1A1919B5}"/>
              </a:ext>
            </a:extLst>
          </p:cNvPr>
          <p:cNvSpPr/>
          <p:nvPr/>
        </p:nvSpPr>
        <p:spPr>
          <a:xfrm>
            <a:off x="3662674" y="5857875"/>
            <a:ext cx="447675" cy="247650"/>
          </a:xfrm>
          <a:prstGeom prst="ellipse">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4502001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F121-3658-E23F-2BFF-32D886EFAF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EAC96-C0C2-5B5B-C5C3-3F5A3427BF8D}"/>
              </a:ext>
            </a:extLst>
          </p:cNvPr>
          <p:cNvSpPr>
            <a:spLocks noGrp="1"/>
          </p:cNvSpPr>
          <p:nvPr>
            <p:ph type="sldNum" sz="quarter" idx="12"/>
          </p:nvPr>
        </p:nvSpPr>
        <p:spPr>
          <a:xfrm>
            <a:off x="8610600" y="6392928"/>
            <a:ext cx="2743200" cy="365125"/>
          </a:xfrm>
        </p:spPr>
        <p:txBody>
          <a:bodyPr/>
          <a:lstStyle/>
          <a:p>
            <a:pPr lvl="0"/>
            <a:fld id="{5EA792F7-1D9E-4C7E-A103-E8EDFDC2691E}" type="slidenum">
              <a:rPr lang="en-US" noProof="0" smtClean="0"/>
              <a:pPr lvl="0"/>
              <a:t>9</a:t>
            </a:fld>
            <a:endParaRPr lang="en-US" noProof="0"/>
          </a:p>
        </p:txBody>
      </p:sp>
      <p:sp>
        <p:nvSpPr>
          <p:cNvPr id="6" name="TextBox 5">
            <a:extLst>
              <a:ext uri="{FF2B5EF4-FFF2-40B4-BE49-F238E27FC236}">
                <a16:creationId xmlns:a16="http://schemas.microsoft.com/office/drawing/2014/main" id="{03CE12B9-E433-BFF1-B46C-BAE531DC20C2}"/>
              </a:ext>
            </a:extLst>
          </p:cNvPr>
          <p:cNvSpPr txBox="1"/>
          <p:nvPr/>
        </p:nvSpPr>
        <p:spPr>
          <a:xfrm>
            <a:off x="4422132" y="55845"/>
            <a:ext cx="3347736"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400" b="1" spc="1500" dirty="0">
                <a:solidFill>
                  <a:prstClr val="black"/>
                </a:solidFill>
                <a:latin typeface="Source Sans Pro "/>
              </a:rPr>
              <a:t>Modes</a:t>
            </a:r>
            <a:endParaRPr kumimoji="0" lang="en-GB" sz="1800" b="0" i="0" u="none" strike="noStrike" kern="1200" cap="none" spc="0" normalizeH="0" baseline="0" noProof="0" dirty="0">
              <a:ln>
                <a:noFill/>
              </a:ln>
              <a:solidFill>
                <a:prstClr val="black"/>
              </a:solidFill>
              <a:effectLst/>
              <a:uLnTx/>
              <a:uFillTx/>
              <a:latin typeface="Source Sans Pro"/>
              <a:ea typeface="+mn-ea"/>
              <a:cs typeface="+mn-cs"/>
            </a:endParaRPr>
          </a:p>
        </p:txBody>
      </p:sp>
      <p:sp>
        <p:nvSpPr>
          <p:cNvPr id="11" name="TextBox 10">
            <a:extLst>
              <a:ext uri="{FF2B5EF4-FFF2-40B4-BE49-F238E27FC236}">
                <a16:creationId xmlns:a16="http://schemas.microsoft.com/office/drawing/2014/main" id="{D052F3DB-E8B0-0474-99FB-540C4EF66E2D}"/>
              </a:ext>
            </a:extLst>
          </p:cNvPr>
          <p:cNvSpPr txBox="1"/>
          <p:nvPr/>
        </p:nvSpPr>
        <p:spPr>
          <a:xfrm>
            <a:off x="3646672" y="788710"/>
            <a:ext cx="5162550" cy="6463308"/>
          </a:xfrm>
          <a:prstGeom prst="rect">
            <a:avLst/>
          </a:prstGeom>
          <a:noFill/>
        </p:spPr>
        <p:txBody>
          <a:bodyPr wrap="square">
            <a:spAutoFit/>
          </a:bodyPr>
          <a:lstStyle/>
          <a:p>
            <a:pPr algn="just"/>
            <a:r>
              <a:rPr lang="en-US" dirty="0"/>
              <a:t>Freddy has two distinct modes of interaction: </a:t>
            </a:r>
          </a:p>
          <a:p>
            <a:pPr marL="342900" indent="-342900" algn="just">
              <a:buAutoNum type="arabicParenR"/>
            </a:pPr>
            <a:r>
              <a:rPr lang="en-US" b="1" dirty="0"/>
              <a:t>Robot/ Emotion Mode: </a:t>
            </a:r>
            <a:r>
              <a:rPr lang="en-US" dirty="0"/>
              <a:t>Freddy tracks the user’s face, </a:t>
            </a:r>
            <a:r>
              <a:rPr lang="en-US" dirty="0" err="1"/>
              <a:t>recognises</a:t>
            </a:r>
            <a:r>
              <a:rPr lang="en-US" dirty="0"/>
              <a:t> their emotion then responds with eyelid and wing movement, speech, and LED ring </a:t>
            </a:r>
            <a:r>
              <a:rPr lang="en-US" dirty="0" err="1"/>
              <a:t>colour</a:t>
            </a:r>
            <a:r>
              <a:rPr lang="en-US" dirty="0"/>
              <a:t> changes.</a:t>
            </a:r>
          </a:p>
          <a:p>
            <a:pPr marL="342900" indent="-342900" algn="just">
              <a:buAutoNum type="arabicParenR"/>
            </a:pPr>
            <a:endParaRPr lang="en-US" b="1" dirty="0"/>
          </a:p>
          <a:p>
            <a:pPr marL="342900" indent="-342900" algn="just">
              <a:buAutoNum type="arabicParenR"/>
            </a:pPr>
            <a:r>
              <a:rPr lang="en-US" b="1" dirty="0"/>
              <a:t>Parrot Mode: </a:t>
            </a:r>
            <a:r>
              <a:rPr lang="en-US" dirty="0"/>
              <a:t>Freddy listens for the wake-word, “Hey Freddy”, transcribes spoken input with Whsiper STT, translates it into English, and repeats it aloud with Piper TTS. </a:t>
            </a:r>
            <a:endParaRPr lang="en-US" b="1" dirty="0"/>
          </a:p>
          <a:p>
            <a:pPr algn="just"/>
            <a:endParaRPr lang="en-US" b="1" dirty="0"/>
          </a:p>
          <a:p>
            <a:pPr algn="just"/>
            <a:r>
              <a:rPr lang="en-US" b="1" u="sng" dirty="0"/>
              <a:t>Testing:</a:t>
            </a:r>
          </a:p>
          <a:p>
            <a:pPr algn="just"/>
            <a:r>
              <a:rPr lang="en-US" dirty="0"/>
              <a:t>A big challenge with Freddy being local and offline, meant that latency was a potential issue. After testing, the </a:t>
            </a:r>
            <a:r>
              <a:rPr lang="en-US" b="1" dirty="0"/>
              <a:t>Base Whisper Model</a:t>
            </a:r>
            <a:r>
              <a:rPr lang="en-US" dirty="0"/>
              <a:t> was found to perform best in terms of balancing accuracy and latency, performing at </a:t>
            </a:r>
            <a:r>
              <a:rPr lang="en-US" b="1" dirty="0"/>
              <a:t>73% English transcription accuracy</a:t>
            </a:r>
            <a:r>
              <a:rPr lang="en-US" dirty="0"/>
              <a:t> and approximately </a:t>
            </a:r>
            <a:r>
              <a:rPr lang="en-US" b="1" dirty="0"/>
              <a:t>4s transcription time</a:t>
            </a:r>
            <a:r>
              <a:rPr lang="en-US" dirty="0"/>
              <a:t>. </a:t>
            </a:r>
          </a:p>
          <a:p>
            <a:pPr algn="just"/>
            <a:endParaRPr lang="en-US" dirty="0"/>
          </a:p>
          <a:p>
            <a:pPr algn="just"/>
            <a:r>
              <a:rPr lang="en-US" dirty="0"/>
              <a:t>Translation was still quite inaccurate though with a </a:t>
            </a:r>
            <a:r>
              <a:rPr lang="en-US" b="1" dirty="0"/>
              <a:t>30% accuracy</a:t>
            </a:r>
            <a:r>
              <a:rPr lang="en-US" dirty="0"/>
              <a:t>.</a:t>
            </a:r>
          </a:p>
          <a:p>
            <a:pPr algn="just"/>
            <a:endParaRPr lang="en-US" dirty="0"/>
          </a:p>
          <a:p>
            <a:pPr algn="just"/>
            <a:endParaRPr lang="en-US" b="1" dirty="0"/>
          </a:p>
        </p:txBody>
      </p:sp>
      <p:pic>
        <p:nvPicPr>
          <p:cNvPr id="8" name="Picture 7">
            <a:extLst>
              <a:ext uri="{FF2B5EF4-FFF2-40B4-BE49-F238E27FC236}">
                <a16:creationId xmlns:a16="http://schemas.microsoft.com/office/drawing/2014/main" id="{72546C1E-6738-B386-0385-E0E4C0E0FA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246" y="171331"/>
            <a:ext cx="2677166" cy="6586722"/>
          </a:xfrm>
          <a:prstGeom prst="rect">
            <a:avLst/>
          </a:prstGeom>
          <a:noFill/>
          <a:ln>
            <a:noFill/>
          </a:ln>
        </p:spPr>
      </p:pic>
      <p:pic>
        <p:nvPicPr>
          <p:cNvPr id="9" name="Picture 8">
            <a:extLst>
              <a:ext uri="{FF2B5EF4-FFF2-40B4-BE49-F238E27FC236}">
                <a16:creationId xmlns:a16="http://schemas.microsoft.com/office/drawing/2014/main" id="{2A00A886-0AAB-12C4-415E-5B994F2F2AC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632" y="211293"/>
            <a:ext cx="3347736" cy="6435413"/>
          </a:xfrm>
          <a:prstGeom prst="rect">
            <a:avLst/>
          </a:prstGeom>
          <a:noFill/>
          <a:ln>
            <a:noFill/>
          </a:ln>
        </p:spPr>
      </p:pic>
    </p:spTree>
    <p:extLst>
      <p:ext uri="{BB962C8B-B14F-4D97-AF65-F5344CB8AC3E}">
        <p14:creationId xmlns:p14="http://schemas.microsoft.com/office/powerpoint/2010/main" val="425988014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2FB41A-9304-01D0-758F-F8A974C5BF92}"/>
            </a:ext>
          </a:extLst>
        </p:cNvPr>
        <p:cNvGrpSpPr/>
        <p:nvPr/>
      </p:nvGrpSpPr>
      <p:grpSpPr>
        <a:xfrm>
          <a:off x="0" y="0"/>
          <a:ext cx="0" cy="0"/>
          <a:chOff x="0" y="0"/>
          <a:chExt cx="0" cy="0"/>
        </a:xfrm>
      </p:grpSpPr>
      <p:grpSp>
        <p:nvGrpSpPr>
          <p:cNvPr id="16"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7" name="Freeform: Shape 16">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3" name="Oval 22">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25" name="Rectangle 2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6" name="TextBox 5">
            <a:extLst>
              <a:ext uri="{FF2B5EF4-FFF2-40B4-BE49-F238E27FC236}">
                <a16:creationId xmlns:a16="http://schemas.microsoft.com/office/drawing/2014/main" id="{14E92B3A-1022-06BF-78F0-3DC8DFC96B8F}"/>
              </a:ext>
            </a:extLst>
          </p:cNvPr>
          <p:cNvSpPr txBox="1"/>
          <p:nvPr/>
        </p:nvSpPr>
        <p:spPr>
          <a:xfrm>
            <a:off x="1765375" y="671359"/>
            <a:ext cx="6994044" cy="1314996"/>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400" b="1" spc="1500">
                <a:latin typeface="+mj-lt"/>
                <a:ea typeface="+mj-ea"/>
                <a:cs typeface="+mj-cs"/>
              </a:rPr>
              <a:t>Custom Voice</a:t>
            </a:r>
            <a:endParaRPr kumimoji="0" lang="en-US" sz="4400" b="0" i="0" u="none" strike="noStrike" cap="none" spc="0" normalizeH="0" baseline="0" noProof="0">
              <a:ln>
                <a:noFill/>
              </a:ln>
              <a:effectLst/>
              <a:uLnTx/>
              <a:uFillTx/>
              <a:latin typeface="+mj-lt"/>
              <a:ea typeface="+mj-ea"/>
              <a:cs typeface="+mj-cs"/>
            </a:endParaRPr>
          </a:p>
        </p:txBody>
      </p:sp>
      <p:sp>
        <p:nvSpPr>
          <p:cNvPr id="29" name="Freeform: Shape 28">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1" name="Freeform: Shape 30">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3" name="Freeform: Shape 32">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5" name="Freeform: Shape 34">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3" name="Picture 2">
            <a:extLst>
              <a:ext uri="{FF2B5EF4-FFF2-40B4-BE49-F238E27FC236}">
                <a16:creationId xmlns:a16="http://schemas.microsoft.com/office/drawing/2014/main" id="{C0712C44-C5BE-5FF8-BAF9-EA6BECC673A9}"/>
              </a:ext>
            </a:extLst>
          </p:cNvPr>
          <p:cNvPicPr>
            <a:picLocks noChangeAspect="1"/>
          </p:cNvPicPr>
          <p:nvPr/>
        </p:nvPicPr>
        <p:blipFill>
          <a:blip r:embed="rId3"/>
          <a:srcRect t="24295" r="-1" b="704"/>
          <a:stretch>
            <a:fillRect/>
          </a:stretch>
        </p:blipFill>
        <p:spPr>
          <a:xfrm>
            <a:off x="8115821" y="1165893"/>
            <a:ext cx="3408154" cy="3408154"/>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39"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40" name="Freeform: Shape 39">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Slide Number Placeholder 3">
            <a:extLst>
              <a:ext uri="{FF2B5EF4-FFF2-40B4-BE49-F238E27FC236}">
                <a16:creationId xmlns:a16="http://schemas.microsoft.com/office/drawing/2014/main" id="{6A7DDFB6-9FBF-DA73-9987-D7EE202D469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lvl="0">
              <a:spcAft>
                <a:spcPts val="600"/>
              </a:spcAft>
            </a:pPr>
            <a:fld id="{5EA792F7-1D9E-4C7E-A103-E8EDFDC2691E}" type="slidenum">
              <a:rPr lang="en-US" noProof="0">
                <a:solidFill>
                  <a:srgbClr val="898989"/>
                </a:solidFill>
              </a:rPr>
              <a:pPr lvl="0">
                <a:spcAft>
                  <a:spcPts val="600"/>
                </a:spcAft>
              </a:pPr>
              <a:t>10</a:t>
            </a:fld>
            <a:endParaRPr lang="en-US" noProof="0">
              <a:solidFill>
                <a:srgbClr val="898989"/>
              </a:solidFill>
            </a:endParaRPr>
          </a:p>
        </p:txBody>
      </p:sp>
      <p:sp>
        <p:nvSpPr>
          <p:cNvPr id="13" name="TextBox 12">
            <a:extLst>
              <a:ext uri="{FF2B5EF4-FFF2-40B4-BE49-F238E27FC236}">
                <a16:creationId xmlns:a16="http://schemas.microsoft.com/office/drawing/2014/main" id="{A22A1004-093B-D442-BF18-9BFC4632F414}"/>
              </a:ext>
            </a:extLst>
          </p:cNvPr>
          <p:cNvSpPr txBox="1"/>
          <p:nvPr/>
        </p:nvSpPr>
        <p:spPr>
          <a:xfrm>
            <a:off x="1772134" y="2087279"/>
            <a:ext cx="6094476" cy="3970318"/>
          </a:xfrm>
          <a:prstGeom prst="rect">
            <a:avLst/>
          </a:prstGeom>
          <a:noFill/>
        </p:spPr>
        <p:txBody>
          <a:bodyPr wrap="square">
            <a:spAutoFit/>
          </a:bodyPr>
          <a:lstStyle/>
          <a:p>
            <a:pPr marL="285750" indent="-285750">
              <a:buFont typeface="Arial" panose="020B0604020202020204" pitchFamily="34" charset="0"/>
              <a:buChar char="•"/>
            </a:pPr>
            <a:r>
              <a:rPr lang="en-GB" b="1" dirty="0" err="1"/>
              <a:t>ElevenLabs</a:t>
            </a:r>
            <a:r>
              <a:rPr lang="en-GB" b="1" dirty="0"/>
              <a:t> </a:t>
            </a:r>
            <a:r>
              <a:rPr lang="en-GB" dirty="0"/>
              <a:t>used was to establish desired voice style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Chatterbox TTS </a:t>
            </a:r>
            <a:r>
              <a:rPr lang="en-GB" dirty="0"/>
              <a:t>was used to generated 1500 training clips from a metadata.csv file using the selected voice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 Training clips were manually checked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An open-source framework, </a:t>
            </a:r>
            <a:r>
              <a:rPr lang="en-GB" b="1" dirty="0" err="1"/>
              <a:t>TextyMcSpeechy</a:t>
            </a:r>
            <a:r>
              <a:rPr lang="en-GB" dirty="0"/>
              <a:t>, was used to train the custom Piper voice for 5 hours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Final voice model ran locally and offline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40661069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B13AF6-46EF-B693-E4F2-C4EFC261599D}"/>
            </a:ext>
          </a:extLst>
        </p:cNvPr>
        <p:cNvGrpSpPr/>
        <p:nvPr/>
      </p:nvGrpSpPr>
      <p:grpSpPr>
        <a:xfrm>
          <a:off x="0" y="0"/>
          <a:ext cx="0" cy="0"/>
          <a:chOff x="0" y="0"/>
          <a:chExt cx="0" cy="0"/>
        </a:xfrm>
      </p:grpSpPr>
      <p:grpSp>
        <p:nvGrpSpPr>
          <p:cNvPr id="16" name="Graphic 185">
            <a:extLst>
              <a:ext uri="{FF2B5EF4-FFF2-40B4-BE49-F238E27FC236}">
                <a16:creationId xmlns:a16="http://schemas.microsoft.com/office/drawing/2014/main" id="{CEA42502-52F8-D479-91FB-EEDCD62429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7" name="Freeform: Shape 16">
              <a:extLst>
                <a:ext uri="{FF2B5EF4-FFF2-40B4-BE49-F238E27FC236}">
                  <a16:creationId xmlns:a16="http://schemas.microsoft.com/office/drawing/2014/main" id="{1727925E-438B-34AC-8514-B6E507459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6E8D77E-BFE6-5559-FED8-F934D2DDB4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0465BED-DBE1-EDA6-CED4-C0463EDE45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4C3601F-0935-1278-8F5E-D0297D3B1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A8E5F8A-7998-88D6-094F-094DF8F18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3" name="Oval 22">
            <a:extLst>
              <a:ext uri="{FF2B5EF4-FFF2-40B4-BE49-F238E27FC236}">
                <a16:creationId xmlns:a16="http://schemas.microsoft.com/office/drawing/2014/main" id="{8AF6BA84-2212-DE51-BE2C-DB37E4D76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25" name="Rectangle 24">
            <a:extLst>
              <a:ext uri="{FF2B5EF4-FFF2-40B4-BE49-F238E27FC236}">
                <a16:creationId xmlns:a16="http://schemas.microsoft.com/office/drawing/2014/main" id="{3D066536-6FA2-FFBE-9229-A5B959155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7FA3A7A1-49F5-DAC8-5502-99B882AEF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6" name="TextBox 5">
            <a:extLst>
              <a:ext uri="{FF2B5EF4-FFF2-40B4-BE49-F238E27FC236}">
                <a16:creationId xmlns:a16="http://schemas.microsoft.com/office/drawing/2014/main" id="{2616146F-5B34-9B91-2F36-8AA0B0111AF4}"/>
              </a:ext>
            </a:extLst>
          </p:cNvPr>
          <p:cNvSpPr txBox="1"/>
          <p:nvPr/>
        </p:nvSpPr>
        <p:spPr>
          <a:xfrm>
            <a:off x="3430549" y="812864"/>
            <a:ext cx="5328870" cy="1314996"/>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400" b="1" spc="1500" dirty="0">
                <a:latin typeface="+mj-lt"/>
                <a:ea typeface="+mj-ea"/>
                <a:cs typeface="+mj-cs"/>
              </a:rPr>
              <a:t>Wake-word Detection</a:t>
            </a:r>
            <a:endParaRPr kumimoji="0" lang="en-US" sz="4400" b="0" i="0" u="none" strike="noStrike" cap="none" spc="0" normalizeH="0" baseline="0" noProof="0" dirty="0">
              <a:ln>
                <a:noFill/>
              </a:ln>
              <a:effectLst/>
              <a:uLnTx/>
              <a:uFillTx/>
              <a:latin typeface="+mj-lt"/>
              <a:ea typeface="+mj-ea"/>
              <a:cs typeface="+mj-cs"/>
            </a:endParaRPr>
          </a:p>
        </p:txBody>
      </p:sp>
      <p:sp>
        <p:nvSpPr>
          <p:cNvPr id="29" name="Freeform: Shape 28">
            <a:extLst>
              <a:ext uri="{FF2B5EF4-FFF2-40B4-BE49-F238E27FC236}">
                <a16:creationId xmlns:a16="http://schemas.microsoft.com/office/drawing/2014/main" id="{8A6EC6A3-CD64-2F4D-5207-34CB5F830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1" name="Freeform: Shape 30">
            <a:extLst>
              <a:ext uri="{FF2B5EF4-FFF2-40B4-BE49-F238E27FC236}">
                <a16:creationId xmlns:a16="http://schemas.microsoft.com/office/drawing/2014/main" id="{D7C5072A-4F02-594C-0CC0-DDE2570E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3" name="Freeform: Shape 32">
            <a:extLst>
              <a:ext uri="{FF2B5EF4-FFF2-40B4-BE49-F238E27FC236}">
                <a16:creationId xmlns:a16="http://schemas.microsoft.com/office/drawing/2014/main" id="{C543C001-35A3-4B2A-14E6-65F10613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5" name="Freeform: Shape 34">
            <a:extLst>
              <a:ext uri="{FF2B5EF4-FFF2-40B4-BE49-F238E27FC236}">
                <a16:creationId xmlns:a16="http://schemas.microsoft.com/office/drawing/2014/main" id="{5EF6CE07-73D2-D316-1DF5-8F89A770D2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B0C23EBA-11CF-CB20-5BA4-0BABB44710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9" name="Graphic 185">
            <a:extLst>
              <a:ext uri="{FF2B5EF4-FFF2-40B4-BE49-F238E27FC236}">
                <a16:creationId xmlns:a16="http://schemas.microsoft.com/office/drawing/2014/main" id="{9C383699-B55F-97F9-EA55-E9B2B20AF3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40" name="Freeform: Shape 39">
              <a:extLst>
                <a:ext uri="{FF2B5EF4-FFF2-40B4-BE49-F238E27FC236}">
                  <a16:creationId xmlns:a16="http://schemas.microsoft.com/office/drawing/2014/main" id="{28905875-693E-1F09-4F1D-B8D5378C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13D996D-7C66-E598-28EC-6AFAAA65DB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BB744C5-6164-56D4-BB02-E722EB0AC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06137F5-911D-96BA-22FE-0B65A5B8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566EAF4-84AA-4E81-6F11-C7F8B4F6C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Slide Number Placeholder 3">
            <a:extLst>
              <a:ext uri="{FF2B5EF4-FFF2-40B4-BE49-F238E27FC236}">
                <a16:creationId xmlns:a16="http://schemas.microsoft.com/office/drawing/2014/main" id="{A928C4F4-E70D-184C-F1FF-7EDFE8550A4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lvl="0">
              <a:spcAft>
                <a:spcPts val="600"/>
              </a:spcAft>
            </a:pPr>
            <a:fld id="{5EA792F7-1D9E-4C7E-A103-E8EDFDC2691E}" type="slidenum">
              <a:rPr lang="en-US" noProof="0">
                <a:solidFill>
                  <a:srgbClr val="898989"/>
                </a:solidFill>
              </a:rPr>
              <a:pPr lvl="0">
                <a:spcAft>
                  <a:spcPts val="600"/>
                </a:spcAft>
              </a:pPr>
              <a:t>11</a:t>
            </a:fld>
            <a:endParaRPr lang="en-US" noProof="0">
              <a:solidFill>
                <a:srgbClr val="898989"/>
              </a:solidFill>
            </a:endParaRPr>
          </a:p>
        </p:txBody>
      </p:sp>
      <p:sp>
        <p:nvSpPr>
          <p:cNvPr id="13" name="TextBox 12">
            <a:extLst>
              <a:ext uri="{FF2B5EF4-FFF2-40B4-BE49-F238E27FC236}">
                <a16:creationId xmlns:a16="http://schemas.microsoft.com/office/drawing/2014/main" id="{34EFC57C-4DD3-2BC9-C12A-012B0D04FA70}"/>
              </a:ext>
            </a:extLst>
          </p:cNvPr>
          <p:cNvSpPr txBox="1"/>
          <p:nvPr/>
        </p:nvSpPr>
        <p:spPr>
          <a:xfrm>
            <a:off x="2664943" y="2361892"/>
            <a:ext cx="6094476" cy="2308324"/>
          </a:xfrm>
          <a:prstGeom prst="rect">
            <a:avLst/>
          </a:prstGeom>
          <a:noFill/>
        </p:spPr>
        <p:txBody>
          <a:bodyPr wrap="square">
            <a:spAutoFit/>
          </a:bodyPr>
          <a:lstStyle/>
          <a:p>
            <a:r>
              <a:rPr lang="en-GB" dirty="0"/>
              <a:t>A framework called by </a:t>
            </a:r>
            <a:r>
              <a:rPr lang="en-GB" dirty="0" err="1"/>
              <a:t>Picovoice</a:t>
            </a:r>
            <a:r>
              <a:rPr lang="en-GB" dirty="0"/>
              <a:t> called </a:t>
            </a:r>
            <a:r>
              <a:rPr lang="en-GB" b="1" dirty="0"/>
              <a:t>Porcupine </a:t>
            </a:r>
            <a:r>
              <a:rPr lang="en-GB" dirty="0"/>
              <a:t>was used to generate the custom wake-word model, ‘Hey Freddy’.</a:t>
            </a:r>
          </a:p>
          <a:p>
            <a:endParaRPr lang="en-GB" dirty="0"/>
          </a:p>
          <a:p>
            <a:r>
              <a:rPr lang="en-GB" b="1" u="sng" dirty="0"/>
              <a:t>Testing:</a:t>
            </a:r>
            <a:br>
              <a:rPr lang="en-GB" dirty="0"/>
            </a:br>
            <a:r>
              <a:rPr lang="en-GB" dirty="0"/>
              <a:t>A sensitivity of </a:t>
            </a:r>
            <a:r>
              <a:rPr lang="en-GB" b="1" dirty="0"/>
              <a:t>0.8</a:t>
            </a:r>
            <a:r>
              <a:rPr lang="en-GB" dirty="0"/>
              <a:t> worked well for detection but false positives still existed with a </a:t>
            </a:r>
            <a:r>
              <a:rPr lang="en-GB" b="1" dirty="0"/>
              <a:t>30% </a:t>
            </a:r>
            <a:r>
              <a:rPr lang="en-GB" dirty="0"/>
              <a:t>false positive detection rate.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417236712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AFB244-8EE1-0FEB-A4EB-DA276C9FFC3B}"/>
            </a:ext>
          </a:extLst>
        </p:cNvPr>
        <p:cNvGrpSpPr/>
        <p:nvPr/>
      </p:nvGrpSpPr>
      <p:grpSpPr>
        <a:xfrm>
          <a:off x="0" y="0"/>
          <a:ext cx="0" cy="0"/>
          <a:chOff x="0" y="0"/>
          <a:chExt cx="0" cy="0"/>
        </a:xfrm>
      </p:grpSpPr>
      <p:grpSp>
        <p:nvGrpSpPr>
          <p:cNvPr id="16" name="Graphic 185">
            <a:extLst>
              <a:ext uri="{FF2B5EF4-FFF2-40B4-BE49-F238E27FC236}">
                <a16:creationId xmlns:a16="http://schemas.microsoft.com/office/drawing/2014/main" id="{6FC7DF13-78FE-CA0C-EA60-20919F7E41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7" name="Freeform: Shape 16">
              <a:extLst>
                <a:ext uri="{FF2B5EF4-FFF2-40B4-BE49-F238E27FC236}">
                  <a16:creationId xmlns:a16="http://schemas.microsoft.com/office/drawing/2014/main" id="{BDB76C94-5395-82F5-62A6-6EBEF797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A81D12D-3651-2A1F-BF06-C19C49B58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1B8ABFD-0B37-9C18-AC89-612DA4B7E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18A4DE9-9272-9945-091B-939F05F12E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949BB57-A9E7-A411-7B82-A1CD54416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3" name="Oval 22">
            <a:extLst>
              <a:ext uri="{FF2B5EF4-FFF2-40B4-BE49-F238E27FC236}">
                <a16:creationId xmlns:a16="http://schemas.microsoft.com/office/drawing/2014/main" id="{8A239F2A-9EE4-C085-9856-429B03CA0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25" name="Rectangle 24">
            <a:extLst>
              <a:ext uri="{FF2B5EF4-FFF2-40B4-BE49-F238E27FC236}">
                <a16:creationId xmlns:a16="http://schemas.microsoft.com/office/drawing/2014/main" id="{D9F815B0-289E-321F-9AFC-F05A40E83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2762FA1F-C732-6C21-DFF1-D9F1C94EF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6" name="TextBox 5">
            <a:extLst>
              <a:ext uri="{FF2B5EF4-FFF2-40B4-BE49-F238E27FC236}">
                <a16:creationId xmlns:a16="http://schemas.microsoft.com/office/drawing/2014/main" id="{5AFBC1A5-452F-E736-C05C-23A7FC7455FE}"/>
              </a:ext>
            </a:extLst>
          </p:cNvPr>
          <p:cNvSpPr txBox="1"/>
          <p:nvPr/>
        </p:nvSpPr>
        <p:spPr>
          <a:xfrm>
            <a:off x="2297107" y="570435"/>
            <a:ext cx="8268225" cy="1314996"/>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400" b="1" spc="1500" dirty="0">
                <a:latin typeface="+mj-lt"/>
                <a:ea typeface="+mj-ea"/>
                <a:cs typeface="+mj-cs"/>
              </a:rPr>
              <a:t>Why these models?</a:t>
            </a:r>
            <a:endParaRPr kumimoji="0" lang="en-US" sz="4400" b="0" i="0" u="none" strike="noStrike" cap="none" spc="0" normalizeH="0" baseline="0" noProof="0" dirty="0">
              <a:ln>
                <a:noFill/>
              </a:ln>
              <a:effectLst/>
              <a:uLnTx/>
              <a:uFillTx/>
              <a:latin typeface="+mj-lt"/>
              <a:ea typeface="+mj-ea"/>
              <a:cs typeface="+mj-cs"/>
            </a:endParaRPr>
          </a:p>
        </p:txBody>
      </p:sp>
      <p:sp>
        <p:nvSpPr>
          <p:cNvPr id="29" name="Freeform: Shape 28">
            <a:extLst>
              <a:ext uri="{FF2B5EF4-FFF2-40B4-BE49-F238E27FC236}">
                <a16:creationId xmlns:a16="http://schemas.microsoft.com/office/drawing/2014/main" id="{43E6703C-DE34-FCA4-593C-100C947A0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1" name="Freeform: Shape 30">
            <a:extLst>
              <a:ext uri="{FF2B5EF4-FFF2-40B4-BE49-F238E27FC236}">
                <a16:creationId xmlns:a16="http://schemas.microsoft.com/office/drawing/2014/main" id="{56996360-79BB-B458-9246-C081E580B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3" name="Freeform: Shape 32">
            <a:extLst>
              <a:ext uri="{FF2B5EF4-FFF2-40B4-BE49-F238E27FC236}">
                <a16:creationId xmlns:a16="http://schemas.microsoft.com/office/drawing/2014/main" id="{909E121F-F602-D0F5-DCF3-2179281557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5" name="Freeform: Shape 34">
            <a:extLst>
              <a:ext uri="{FF2B5EF4-FFF2-40B4-BE49-F238E27FC236}">
                <a16:creationId xmlns:a16="http://schemas.microsoft.com/office/drawing/2014/main" id="{DD6811B1-2F46-4562-F4B1-2F44340AA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0F10491C-DC76-0625-B6A1-D696BC48DF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9" name="Graphic 185">
            <a:extLst>
              <a:ext uri="{FF2B5EF4-FFF2-40B4-BE49-F238E27FC236}">
                <a16:creationId xmlns:a16="http://schemas.microsoft.com/office/drawing/2014/main" id="{71476DFC-3C61-E6C6-FAFE-6A87E391E8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40" name="Freeform: Shape 39">
              <a:extLst>
                <a:ext uri="{FF2B5EF4-FFF2-40B4-BE49-F238E27FC236}">
                  <a16:creationId xmlns:a16="http://schemas.microsoft.com/office/drawing/2014/main" id="{0F19D87F-1651-7B6C-4FFA-231948E10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441033D9-6747-1979-033E-79DF8F96B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F5C09FB-971E-4960-CF83-355A04C30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C36694-73FA-7DF2-80CD-0C43A843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BA570F97-9885-F503-8A3E-0C99023321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Slide Number Placeholder 3">
            <a:extLst>
              <a:ext uri="{FF2B5EF4-FFF2-40B4-BE49-F238E27FC236}">
                <a16:creationId xmlns:a16="http://schemas.microsoft.com/office/drawing/2014/main" id="{23D9E418-2A24-0F29-E129-2FA44EB20DA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lvl="0">
              <a:spcAft>
                <a:spcPts val="600"/>
              </a:spcAft>
            </a:pPr>
            <a:fld id="{5EA792F7-1D9E-4C7E-A103-E8EDFDC2691E}" type="slidenum">
              <a:rPr lang="en-US" noProof="0">
                <a:solidFill>
                  <a:srgbClr val="898989"/>
                </a:solidFill>
              </a:rPr>
              <a:pPr lvl="0">
                <a:spcAft>
                  <a:spcPts val="600"/>
                </a:spcAft>
              </a:pPr>
              <a:t>12</a:t>
            </a:fld>
            <a:endParaRPr lang="en-US" noProof="0">
              <a:solidFill>
                <a:srgbClr val="898989"/>
              </a:solidFill>
            </a:endParaRPr>
          </a:p>
        </p:txBody>
      </p:sp>
      <p:graphicFrame>
        <p:nvGraphicFramePr>
          <p:cNvPr id="2" name="Table 1">
            <a:extLst>
              <a:ext uri="{FF2B5EF4-FFF2-40B4-BE49-F238E27FC236}">
                <a16:creationId xmlns:a16="http://schemas.microsoft.com/office/drawing/2014/main" id="{B557B158-809B-DB36-5554-3105367131A8}"/>
              </a:ext>
            </a:extLst>
          </p:cNvPr>
          <p:cNvGraphicFramePr>
            <a:graphicFrameLocks noGrp="1"/>
          </p:cNvGraphicFramePr>
          <p:nvPr>
            <p:extLst>
              <p:ext uri="{D42A27DB-BD31-4B8C-83A1-F6EECF244321}">
                <p14:modId xmlns:p14="http://schemas.microsoft.com/office/powerpoint/2010/main" val="26647542"/>
              </p:ext>
            </p:extLst>
          </p:nvPr>
        </p:nvGraphicFramePr>
        <p:xfrm>
          <a:off x="1008375" y="2259282"/>
          <a:ext cx="10515600" cy="3566160"/>
        </p:xfrm>
        <a:graphic>
          <a:graphicData uri="http://schemas.openxmlformats.org/drawingml/2006/table">
            <a:tbl>
              <a:tblPr>
                <a:tableStyleId>{3C2FFA5D-87B4-456A-9821-1D502468CF0F}</a:tableStyleId>
              </a:tblPr>
              <a:tblGrid>
                <a:gridCol w="3505200">
                  <a:extLst>
                    <a:ext uri="{9D8B030D-6E8A-4147-A177-3AD203B41FA5}">
                      <a16:colId xmlns:a16="http://schemas.microsoft.com/office/drawing/2014/main" val="4013177070"/>
                    </a:ext>
                  </a:extLst>
                </a:gridCol>
                <a:gridCol w="3505200">
                  <a:extLst>
                    <a:ext uri="{9D8B030D-6E8A-4147-A177-3AD203B41FA5}">
                      <a16:colId xmlns:a16="http://schemas.microsoft.com/office/drawing/2014/main" val="2651500728"/>
                    </a:ext>
                  </a:extLst>
                </a:gridCol>
                <a:gridCol w="3505200">
                  <a:extLst>
                    <a:ext uri="{9D8B030D-6E8A-4147-A177-3AD203B41FA5}">
                      <a16:colId xmlns:a16="http://schemas.microsoft.com/office/drawing/2014/main" val="3567485456"/>
                    </a:ext>
                  </a:extLst>
                </a:gridCol>
              </a:tblGrid>
              <a:tr h="0">
                <a:tc>
                  <a:txBody>
                    <a:bodyPr/>
                    <a:lstStyle/>
                    <a:p>
                      <a:pPr>
                        <a:buNone/>
                      </a:pPr>
                      <a:r>
                        <a:rPr lang="en-GB" b="1" dirty="0"/>
                        <a:t>Component</a:t>
                      </a:r>
                    </a:p>
                  </a:txBody>
                  <a:tcPr anchor="ctr"/>
                </a:tc>
                <a:tc>
                  <a:txBody>
                    <a:bodyPr/>
                    <a:lstStyle/>
                    <a:p>
                      <a:pPr>
                        <a:buNone/>
                      </a:pPr>
                      <a:r>
                        <a:rPr lang="en-GB" b="1"/>
                        <a:t>Chosen option</a:t>
                      </a:r>
                    </a:p>
                  </a:txBody>
                  <a:tcPr anchor="ctr"/>
                </a:tc>
                <a:tc>
                  <a:txBody>
                    <a:bodyPr/>
                    <a:lstStyle/>
                    <a:p>
                      <a:pPr>
                        <a:buNone/>
                      </a:pPr>
                      <a:r>
                        <a:rPr lang="en-GB" b="1" dirty="0"/>
                        <a:t>Why</a:t>
                      </a:r>
                    </a:p>
                  </a:txBody>
                  <a:tcPr anchor="ctr"/>
                </a:tc>
                <a:extLst>
                  <a:ext uri="{0D108BD9-81ED-4DB2-BD59-A6C34878D82A}">
                    <a16:rowId xmlns:a16="http://schemas.microsoft.com/office/drawing/2014/main" val="2615725183"/>
                  </a:ext>
                </a:extLst>
              </a:tr>
              <a:tr h="0">
                <a:tc>
                  <a:txBody>
                    <a:bodyPr/>
                    <a:lstStyle/>
                    <a:p>
                      <a:pPr>
                        <a:buNone/>
                      </a:pPr>
                      <a:r>
                        <a:rPr lang="en-GB" dirty="0"/>
                        <a:t>Face detection</a:t>
                      </a:r>
                    </a:p>
                  </a:txBody>
                  <a:tcPr anchor="ctr"/>
                </a:tc>
                <a:tc>
                  <a:txBody>
                    <a:bodyPr/>
                    <a:lstStyle/>
                    <a:p>
                      <a:pPr>
                        <a:buNone/>
                      </a:pPr>
                      <a:r>
                        <a:rPr lang="en-GB"/>
                        <a:t>MediaPipe</a:t>
                      </a:r>
                    </a:p>
                  </a:txBody>
                  <a:tcPr anchor="ctr"/>
                </a:tc>
                <a:tc>
                  <a:txBody>
                    <a:bodyPr/>
                    <a:lstStyle/>
                    <a:p>
                      <a:pPr>
                        <a:buNone/>
                      </a:pPr>
                      <a:r>
                        <a:rPr lang="en-US"/>
                        <a:t>lightweight, real-time, gives bounding boxes</a:t>
                      </a:r>
                    </a:p>
                  </a:txBody>
                  <a:tcPr anchor="ctr"/>
                </a:tc>
                <a:extLst>
                  <a:ext uri="{0D108BD9-81ED-4DB2-BD59-A6C34878D82A}">
                    <a16:rowId xmlns:a16="http://schemas.microsoft.com/office/drawing/2014/main" val="920724690"/>
                  </a:ext>
                </a:extLst>
              </a:tr>
              <a:tr h="0">
                <a:tc>
                  <a:txBody>
                    <a:bodyPr/>
                    <a:lstStyle/>
                    <a:p>
                      <a:pPr>
                        <a:buNone/>
                      </a:pPr>
                      <a:r>
                        <a:rPr lang="en-GB"/>
                        <a:t>Emotion</a:t>
                      </a:r>
                    </a:p>
                  </a:txBody>
                  <a:tcPr anchor="ctr"/>
                </a:tc>
                <a:tc>
                  <a:txBody>
                    <a:bodyPr/>
                    <a:lstStyle/>
                    <a:p>
                      <a:pPr>
                        <a:buNone/>
                      </a:pPr>
                      <a:r>
                        <a:rPr lang="en-GB"/>
                        <a:t>HSEmotion</a:t>
                      </a:r>
                    </a:p>
                  </a:txBody>
                  <a:tcPr anchor="ctr"/>
                </a:tc>
                <a:tc>
                  <a:txBody>
                    <a:bodyPr/>
                    <a:lstStyle/>
                    <a:p>
                      <a:pPr>
                        <a:buNone/>
                      </a:pPr>
                      <a:r>
                        <a:rPr lang="en-US" dirty="0"/>
                        <a:t>pre-trained, easier than training from scratch</a:t>
                      </a:r>
                    </a:p>
                  </a:txBody>
                  <a:tcPr anchor="ctr"/>
                </a:tc>
                <a:extLst>
                  <a:ext uri="{0D108BD9-81ED-4DB2-BD59-A6C34878D82A}">
                    <a16:rowId xmlns:a16="http://schemas.microsoft.com/office/drawing/2014/main" val="3770483962"/>
                  </a:ext>
                </a:extLst>
              </a:tr>
              <a:tr h="0">
                <a:tc>
                  <a:txBody>
                    <a:bodyPr/>
                    <a:lstStyle/>
                    <a:p>
                      <a:pPr>
                        <a:buNone/>
                      </a:pPr>
                      <a:r>
                        <a:rPr lang="en-GB"/>
                        <a:t>STT</a:t>
                      </a:r>
                    </a:p>
                  </a:txBody>
                  <a:tcPr anchor="ctr"/>
                </a:tc>
                <a:tc>
                  <a:txBody>
                    <a:bodyPr/>
                    <a:lstStyle/>
                    <a:p>
                      <a:pPr>
                        <a:buNone/>
                      </a:pPr>
                      <a:r>
                        <a:rPr lang="en-GB" dirty="0"/>
                        <a:t>Whisper Base</a:t>
                      </a:r>
                    </a:p>
                  </a:txBody>
                  <a:tcPr anchor="ctr"/>
                </a:tc>
                <a:tc>
                  <a:txBody>
                    <a:bodyPr/>
                    <a:lstStyle/>
                    <a:p>
                      <a:pPr>
                        <a:buNone/>
                      </a:pPr>
                      <a:r>
                        <a:rPr lang="en-GB" dirty="0"/>
                        <a:t>best accuracy/ latency compromise</a:t>
                      </a:r>
                    </a:p>
                  </a:txBody>
                  <a:tcPr anchor="ctr"/>
                </a:tc>
                <a:extLst>
                  <a:ext uri="{0D108BD9-81ED-4DB2-BD59-A6C34878D82A}">
                    <a16:rowId xmlns:a16="http://schemas.microsoft.com/office/drawing/2014/main" val="786127709"/>
                  </a:ext>
                </a:extLst>
              </a:tr>
              <a:tr h="0">
                <a:tc>
                  <a:txBody>
                    <a:bodyPr/>
                    <a:lstStyle/>
                    <a:p>
                      <a:pPr>
                        <a:buNone/>
                      </a:pPr>
                      <a:r>
                        <a:rPr lang="en-GB"/>
                        <a:t>TTS</a:t>
                      </a:r>
                    </a:p>
                  </a:txBody>
                  <a:tcPr anchor="ctr"/>
                </a:tc>
                <a:tc>
                  <a:txBody>
                    <a:bodyPr/>
                    <a:lstStyle/>
                    <a:p>
                      <a:pPr>
                        <a:buNone/>
                      </a:pPr>
                      <a:r>
                        <a:rPr lang="en-GB"/>
                        <a:t>Piper</a:t>
                      </a:r>
                    </a:p>
                  </a:txBody>
                  <a:tcPr anchor="ctr"/>
                </a:tc>
                <a:tc>
                  <a:txBody>
                    <a:bodyPr/>
                    <a:lstStyle/>
                    <a:p>
                      <a:pPr>
                        <a:buNone/>
                      </a:pPr>
                      <a:r>
                        <a:rPr lang="en-GB" dirty="0"/>
                        <a:t>lightweight, local/ offline TTS</a:t>
                      </a:r>
                    </a:p>
                  </a:txBody>
                  <a:tcPr anchor="ctr"/>
                </a:tc>
                <a:extLst>
                  <a:ext uri="{0D108BD9-81ED-4DB2-BD59-A6C34878D82A}">
                    <a16:rowId xmlns:a16="http://schemas.microsoft.com/office/drawing/2014/main" val="3930466423"/>
                  </a:ext>
                </a:extLst>
              </a:tr>
              <a:tr h="0">
                <a:tc>
                  <a:txBody>
                    <a:bodyPr/>
                    <a:lstStyle/>
                    <a:p>
                      <a:pPr>
                        <a:buNone/>
                      </a:pPr>
                      <a:r>
                        <a:rPr lang="en-GB"/>
                        <a:t>Wake word</a:t>
                      </a:r>
                    </a:p>
                  </a:txBody>
                  <a:tcPr anchor="ctr"/>
                </a:tc>
                <a:tc>
                  <a:txBody>
                    <a:bodyPr/>
                    <a:lstStyle/>
                    <a:p>
                      <a:pPr>
                        <a:buNone/>
                      </a:pPr>
                      <a:r>
                        <a:rPr lang="en-GB"/>
                        <a:t>Porcupine</a:t>
                      </a:r>
                    </a:p>
                  </a:txBody>
                  <a:tcPr anchor="ctr"/>
                </a:tc>
                <a:tc>
                  <a:txBody>
                    <a:bodyPr/>
                    <a:lstStyle/>
                    <a:p>
                      <a:pPr>
                        <a:buNone/>
                      </a:pPr>
                      <a:r>
                        <a:rPr lang="en-US" dirty="0"/>
                        <a:t>more reliable than </a:t>
                      </a:r>
                      <a:r>
                        <a:rPr lang="en-US" dirty="0" err="1"/>
                        <a:t>openWakeWord</a:t>
                      </a:r>
                      <a:r>
                        <a:rPr lang="en-US" dirty="0"/>
                        <a:t> which was previously used</a:t>
                      </a:r>
                    </a:p>
                  </a:txBody>
                  <a:tcPr anchor="ctr"/>
                </a:tc>
                <a:extLst>
                  <a:ext uri="{0D108BD9-81ED-4DB2-BD59-A6C34878D82A}">
                    <a16:rowId xmlns:a16="http://schemas.microsoft.com/office/drawing/2014/main" val="3877562521"/>
                  </a:ext>
                </a:extLst>
              </a:tr>
            </a:tbl>
          </a:graphicData>
        </a:graphic>
      </p:graphicFrame>
    </p:spTree>
    <p:extLst>
      <p:ext uri="{BB962C8B-B14F-4D97-AF65-F5344CB8AC3E}">
        <p14:creationId xmlns:p14="http://schemas.microsoft.com/office/powerpoint/2010/main" val="72360025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AB8E0-5581-8227-806E-264B2A0D57D7}"/>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E5103E08-2E13-D820-BFE1-EEE941388CF0}"/>
              </a:ext>
            </a:extLst>
          </p:cNvPr>
          <p:cNvSpPr>
            <a:spLocks noGrp="1"/>
          </p:cNvSpPr>
          <p:nvPr>
            <p:ph idx="1"/>
          </p:nvPr>
        </p:nvSpPr>
        <p:spPr>
          <a:xfrm>
            <a:off x="822978" y="1399635"/>
            <a:ext cx="7095726" cy="4351338"/>
          </a:xfrm>
        </p:spPr>
        <p:txBody>
          <a:bodyPr>
            <a:normAutofit/>
          </a:bodyPr>
          <a:lstStyle/>
          <a:p>
            <a:pPr marL="342900" lvl="0" indent="-342900" algn="just">
              <a:buFont typeface="Arial" panose="020B0604020202020204" pitchFamily="34" charset="0"/>
              <a:buChar char="•"/>
            </a:pPr>
            <a:r>
              <a:rPr lang="en-GB" sz="2000" dirty="0"/>
              <a:t>Integrating many threaded subsystems: race conditions</a:t>
            </a:r>
          </a:p>
          <a:p>
            <a:pPr marL="342900" lvl="0" indent="-342900" algn="just">
              <a:buFont typeface="Arial" panose="020B0604020202020204" pitchFamily="34" charset="0"/>
              <a:buChar char="•"/>
            </a:pPr>
            <a:r>
              <a:rPr lang="en-US" sz="2000" dirty="0"/>
              <a:t>Servo calibration: tedious </a:t>
            </a:r>
          </a:p>
          <a:p>
            <a:pPr marL="342900" lvl="0" indent="-342900" algn="just">
              <a:buFont typeface="Arial" panose="020B0604020202020204" pitchFamily="34" charset="0"/>
              <a:buChar char="•"/>
            </a:pPr>
            <a:r>
              <a:rPr lang="en-US" sz="2000" dirty="0"/>
              <a:t>Cable routing issue: restricting neck motion</a:t>
            </a:r>
          </a:p>
          <a:p>
            <a:pPr marL="342900" lvl="0" indent="-342900" algn="just">
              <a:buFont typeface="Arial" panose="020B0604020202020204" pitchFamily="34" charset="0"/>
              <a:buChar char="•"/>
            </a:pPr>
            <a:r>
              <a:rPr lang="en-US" sz="2000" dirty="0"/>
              <a:t>Custom voice training: time-consuming</a:t>
            </a:r>
          </a:p>
          <a:p>
            <a:pPr marL="342900" lvl="0" indent="-342900" algn="just">
              <a:buFont typeface="Arial" panose="020B0604020202020204" pitchFamily="34" charset="0"/>
              <a:buChar char="•"/>
            </a:pPr>
            <a:r>
              <a:rPr lang="en-US" sz="2000" dirty="0"/>
              <a:t>Debugging hardware/ software together: figuring out whether servo jitter was code-related or a mechanical issue</a:t>
            </a:r>
          </a:p>
          <a:p>
            <a:pPr marL="342900" lvl="0" indent="-342900" algn="just">
              <a:buFont typeface="Arial" panose="020B0604020202020204" pitchFamily="34" charset="0"/>
              <a:buChar char="•"/>
            </a:pPr>
            <a:r>
              <a:rPr lang="en-US" sz="2000" dirty="0"/>
              <a:t>False wake-word triggers</a:t>
            </a:r>
          </a:p>
          <a:p>
            <a:pPr marL="342900" lvl="0" indent="-342900" algn="just">
              <a:buFont typeface="Arial" panose="020B0604020202020204" pitchFamily="34" charset="0"/>
              <a:buChar char="•"/>
            </a:pPr>
            <a:r>
              <a:rPr lang="en-US" sz="2000" dirty="0"/>
              <a:t>Latency </a:t>
            </a:r>
            <a:r>
              <a:rPr lang="en-GB" sz="2000" dirty="0"/>
              <a:t>and poor translation</a:t>
            </a:r>
            <a:endParaRPr lang="en-US" sz="2000" dirty="0"/>
          </a:p>
        </p:txBody>
      </p:sp>
      <p:sp>
        <p:nvSpPr>
          <p:cNvPr id="20" name="Slide Number Placeholder 19">
            <a:extLst>
              <a:ext uri="{FF2B5EF4-FFF2-40B4-BE49-F238E27FC236}">
                <a16:creationId xmlns:a16="http://schemas.microsoft.com/office/drawing/2014/main" id="{AB73ACAB-2631-AE58-84FD-ADC07A885891}"/>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13</a:t>
            </a:fld>
            <a:endParaRPr lang="en-US"/>
          </a:p>
        </p:txBody>
      </p:sp>
      <p:sp>
        <p:nvSpPr>
          <p:cNvPr id="2" name="TextBox 1">
            <a:extLst>
              <a:ext uri="{FF2B5EF4-FFF2-40B4-BE49-F238E27FC236}">
                <a16:creationId xmlns:a16="http://schemas.microsoft.com/office/drawing/2014/main" id="{24F96D60-438F-6360-5918-E189BD4DE84D}"/>
              </a:ext>
            </a:extLst>
          </p:cNvPr>
          <p:cNvSpPr txBox="1"/>
          <p:nvPr/>
        </p:nvSpPr>
        <p:spPr>
          <a:xfrm>
            <a:off x="822978" y="-61665"/>
            <a:ext cx="5328870" cy="1314996"/>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400" b="1" spc="1500" dirty="0">
                <a:latin typeface="+mj-lt"/>
                <a:ea typeface="+mj-ea"/>
                <a:cs typeface="+mj-cs"/>
              </a:rPr>
              <a:t>Challenges</a:t>
            </a:r>
            <a:endParaRPr kumimoji="0" lang="en-US" sz="4400" b="0" i="0" u="none" strike="noStrike" cap="none" spc="0" normalizeH="0" baseline="0" noProof="0" dirty="0">
              <a:ln>
                <a:noFill/>
              </a:ln>
              <a:effectLst/>
              <a:uLnTx/>
              <a:uFillTx/>
              <a:latin typeface="+mj-lt"/>
              <a:ea typeface="+mj-ea"/>
              <a:cs typeface="+mj-cs"/>
            </a:endParaRPr>
          </a:p>
        </p:txBody>
      </p:sp>
      <p:pic>
        <p:nvPicPr>
          <p:cNvPr id="7171" name="Picture 3" descr="Sad Cats - Cute &amp; Funny Cat Videos Compilation">
            <a:extLst>
              <a:ext uri="{FF2B5EF4-FFF2-40B4-BE49-F238E27FC236}">
                <a16:creationId xmlns:a16="http://schemas.microsoft.com/office/drawing/2014/main" id="{33B213B2-3FDF-8C02-4FB7-BC48D7CD74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257" y="2066544"/>
            <a:ext cx="2973885" cy="1673352"/>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59812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62B24-4274-E259-25A5-3C635CA091C5}"/>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A19298C2-8170-C783-4D6A-4FDBC0B8CBD7}"/>
              </a:ext>
            </a:extLst>
          </p:cNvPr>
          <p:cNvSpPr>
            <a:spLocks noGrp="1"/>
          </p:cNvSpPr>
          <p:nvPr>
            <p:ph idx="1"/>
          </p:nvPr>
        </p:nvSpPr>
        <p:spPr>
          <a:xfrm>
            <a:off x="838200" y="1791690"/>
            <a:ext cx="6422136" cy="4351338"/>
          </a:xfrm>
        </p:spPr>
        <p:txBody>
          <a:bodyPr>
            <a:normAutofit/>
          </a:bodyPr>
          <a:lstStyle/>
          <a:p>
            <a:pPr marL="342900" lvl="0" indent="-342900" algn="just">
              <a:buFont typeface="Arial" panose="020B0604020202020204" pitchFamily="34" charset="0"/>
              <a:buChar char="•"/>
            </a:pPr>
            <a:r>
              <a:rPr lang="en-US" sz="2000" dirty="0"/>
              <a:t>New aspects about Fusion 360 CAD: forms, motion studies, tolerances, drawings</a:t>
            </a:r>
          </a:p>
          <a:p>
            <a:pPr marL="342900" lvl="0" indent="-342900" algn="just">
              <a:buFont typeface="Arial" panose="020B0604020202020204" pitchFamily="34" charset="0"/>
              <a:buChar char="•"/>
            </a:pPr>
            <a:r>
              <a:rPr lang="en-US" sz="2000" dirty="0"/>
              <a:t>How to use a 3D-printer: fitment check </a:t>
            </a:r>
          </a:p>
          <a:p>
            <a:pPr marL="342900" lvl="0" indent="-342900" algn="just">
              <a:buFont typeface="Arial" panose="020B0604020202020204" pitchFamily="34" charset="0"/>
              <a:buChar char="•"/>
            </a:pPr>
            <a:r>
              <a:rPr lang="en-US" sz="2000" dirty="0"/>
              <a:t>How to use a Raspberry Pi for a robotics project</a:t>
            </a:r>
          </a:p>
          <a:p>
            <a:pPr marL="342900" lvl="0" indent="-342900" algn="just">
              <a:buFont typeface="Arial" panose="020B0604020202020204" pitchFamily="34" charset="0"/>
              <a:buChar char="•"/>
            </a:pPr>
            <a:r>
              <a:rPr lang="en-US" sz="2000" dirty="0"/>
              <a:t>Linux, virtual environments, terminal commands, and dependency installation</a:t>
            </a:r>
          </a:p>
          <a:p>
            <a:pPr marL="342900" lvl="0" indent="-342900" algn="just">
              <a:buFont typeface="Arial" panose="020B0604020202020204" pitchFamily="34" charset="0"/>
              <a:buChar char="•"/>
            </a:pPr>
            <a:r>
              <a:rPr lang="en-US" sz="2000" dirty="0"/>
              <a:t>Experience in integrating pre-trained ML models</a:t>
            </a:r>
          </a:p>
          <a:p>
            <a:pPr marL="342900" lvl="0" indent="-342900" algn="just">
              <a:buFont typeface="Arial" panose="020B0604020202020204" pitchFamily="34" charset="0"/>
              <a:buChar char="•"/>
            </a:pPr>
            <a:r>
              <a:rPr lang="en-US" sz="2000" dirty="0"/>
              <a:t>Improved confidence in handling unfamiliar technical problems </a:t>
            </a:r>
          </a:p>
        </p:txBody>
      </p:sp>
      <p:sp>
        <p:nvSpPr>
          <p:cNvPr id="20" name="Slide Number Placeholder 19">
            <a:extLst>
              <a:ext uri="{FF2B5EF4-FFF2-40B4-BE49-F238E27FC236}">
                <a16:creationId xmlns:a16="http://schemas.microsoft.com/office/drawing/2014/main" id="{D7A2ABAA-3640-1942-1709-AA0A345E43A7}"/>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14</a:t>
            </a:fld>
            <a:endParaRPr lang="en-US"/>
          </a:p>
        </p:txBody>
      </p:sp>
      <p:sp>
        <p:nvSpPr>
          <p:cNvPr id="2" name="TextBox 1">
            <a:extLst>
              <a:ext uri="{FF2B5EF4-FFF2-40B4-BE49-F238E27FC236}">
                <a16:creationId xmlns:a16="http://schemas.microsoft.com/office/drawing/2014/main" id="{664F6B12-300D-57AB-A817-102827155E29}"/>
              </a:ext>
            </a:extLst>
          </p:cNvPr>
          <p:cNvSpPr txBox="1"/>
          <p:nvPr/>
        </p:nvSpPr>
        <p:spPr>
          <a:xfrm>
            <a:off x="822978" y="440118"/>
            <a:ext cx="5641830" cy="1314996"/>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400" b="1" spc="1500" dirty="0">
                <a:latin typeface="+mj-lt"/>
                <a:ea typeface="+mj-ea"/>
                <a:cs typeface="+mj-cs"/>
              </a:rPr>
              <a:t>What I Learned</a:t>
            </a:r>
            <a:endParaRPr kumimoji="0" lang="en-US" sz="4400" b="0" i="0" u="none" strike="noStrike" cap="none" spc="0" normalizeH="0" baseline="0" noProof="0" dirty="0">
              <a:ln>
                <a:noFill/>
              </a:ln>
              <a:effectLst/>
              <a:uLnTx/>
              <a:uFillTx/>
              <a:latin typeface="+mj-lt"/>
              <a:ea typeface="+mj-ea"/>
              <a:cs typeface="+mj-cs"/>
            </a:endParaRPr>
          </a:p>
        </p:txBody>
      </p:sp>
      <p:pic>
        <p:nvPicPr>
          <p:cNvPr id="8194" name="Picture 2" descr="Happy Dog With A Lollipop Meme - Happy dog with a lollipop - Discover &amp;  Share GIFs">
            <a:extLst>
              <a:ext uri="{FF2B5EF4-FFF2-40B4-BE49-F238E27FC236}">
                <a16:creationId xmlns:a16="http://schemas.microsoft.com/office/drawing/2014/main" id="{151D4D07-6EEF-2822-361A-A11ED981F1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769"/>
          <a:stretch>
            <a:fillRect/>
          </a:stretch>
        </p:blipFill>
        <p:spPr bwMode="auto">
          <a:xfrm>
            <a:off x="7831265" y="1791690"/>
            <a:ext cx="3251263" cy="2787469"/>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05469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C29A-97D5-B743-9782-427D8796A45C}"/>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94A214A5-14E4-1E47-2319-38E0C594EA55}"/>
              </a:ext>
            </a:extLst>
          </p:cNvPr>
          <p:cNvSpPr>
            <a:spLocks noGrp="1"/>
          </p:cNvSpPr>
          <p:nvPr>
            <p:ph idx="1"/>
          </p:nvPr>
        </p:nvSpPr>
        <p:spPr>
          <a:xfrm>
            <a:off x="838200" y="1791690"/>
            <a:ext cx="7930896" cy="4351338"/>
          </a:xfrm>
        </p:spPr>
        <p:txBody>
          <a:bodyPr>
            <a:normAutofit/>
          </a:bodyPr>
          <a:lstStyle/>
          <a:p>
            <a:pPr marL="342900" lvl="0" indent="-342900" algn="just">
              <a:buFont typeface="Arial" panose="020B0604020202020204" pitchFamily="34" charset="0"/>
              <a:buChar char="•"/>
            </a:pPr>
            <a:r>
              <a:rPr lang="en-US" sz="2000" dirty="0"/>
              <a:t>Get a better microphone </a:t>
            </a:r>
          </a:p>
          <a:p>
            <a:pPr marL="342900" lvl="0" indent="-342900" algn="just">
              <a:buFont typeface="Arial" panose="020B0604020202020204" pitchFamily="34" charset="0"/>
              <a:buChar char="•"/>
            </a:pPr>
            <a:r>
              <a:rPr lang="en-US" sz="2000" dirty="0"/>
              <a:t>AI accelerator HAT for faster offline models</a:t>
            </a:r>
          </a:p>
          <a:p>
            <a:pPr marL="342900" lvl="0" indent="-342900" algn="just">
              <a:buFont typeface="Arial" panose="020B0604020202020204" pitchFamily="34" charset="0"/>
              <a:buChar char="•"/>
            </a:pPr>
            <a:r>
              <a:rPr lang="en-US" sz="2000" dirty="0"/>
              <a:t>Modular code structure rather than one giant script </a:t>
            </a:r>
          </a:p>
          <a:p>
            <a:pPr marL="342900" lvl="0" indent="-342900" algn="just">
              <a:buFont typeface="Arial" panose="020B0604020202020204" pitchFamily="34" charset="0"/>
              <a:buChar char="•"/>
            </a:pPr>
            <a:r>
              <a:rPr lang="en-US" sz="2000" dirty="0"/>
              <a:t>Raspberry Pi-based servo calibration script</a:t>
            </a:r>
          </a:p>
          <a:p>
            <a:pPr marL="342900" lvl="0" indent="-342900" algn="just">
              <a:buFont typeface="Arial" panose="020B0604020202020204" pitchFamily="34" charset="0"/>
              <a:buChar char="•"/>
            </a:pPr>
            <a:r>
              <a:rPr lang="en-US" sz="2000" dirty="0"/>
              <a:t>Better neck cable routing</a:t>
            </a:r>
          </a:p>
          <a:p>
            <a:pPr marL="342900" lvl="0" indent="-342900" algn="just">
              <a:buFont typeface="Arial" panose="020B0604020202020204" pitchFamily="34" charset="0"/>
              <a:buChar char="•"/>
            </a:pPr>
            <a:r>
              <a:rPr lang="en-US" sz="2000" dirty="0"/>
              <a:t>Physical start/ stop button</a:t>
            </a:r>
          </a:p>
          <a:p>
            <a:pPr marL="342900" lvl="0" indent="-342900" algn="just">
              <a:buFont typeface="Arial" panose="020B0604020202020204" pitchFamily="34" charset="0"/>
              <a:buChar char="•"/>
            </a:pPr>
            <a:r>
              <a:rPr lang="en-US" sz="2000" dirty="0"/>
              <a:t>Belly LCD display for transcription/ status</a:t>
            </a:r>
          </a:p>
          <a:p>
            <a:pPr marL="342900" lvl="0" indent="-342900" algn="just">
              <a:buFont typeface="Arial" panose="020B0604020202020204" pitchFamily="34" charset="0"/>
              <a:buChar char="•"/>
            </a:pPr>
            <a:r>
              <a:rPr lang="en-US" sz="2000" dirty="0"/>
              <a:t>Voice activity detection instead of fixed 5s recording</a:t>
            </a:r>
          </a:p>
          <a:p>
            <a:pPr marL="342900" lvl="0" indent="-342900" algn="just">
              <a:buFont typeface="Arial" panose="020B0604020202020204" pitchFamily="34" charset="0"/>
              <a:buChar char="•"/>
            </a:pPr>
            <a:r>
              <a:rPr lang="en-US" sz="2000" dirty="0"/>
              <a:t>Possible local LLM for replies instead of pre-determined phrases</a:t>
            </a:r>
          </a:p>
        </p:txBody>
      </p:sp>
      <p:sp>
        <p:nvSpPr>
          <p:cNvPr id="20" name="Slide Number Placeholder 19">
            <a:extLst>
              <a:ext uri="{FF2B5EF4-FFF2-40B4-BE49-F238E27FC236}">
                <a16:creationId xmlns:a16="http://schemas.microsoft.com/office/drawing/2014/main" id="{A74AC889-0D26-BBC2-83AE-9752E1D6BA9F}"/>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15</a:t>
            </a:fld>
            <a:endParaRPr lang="en-US"/>
          </a:p>
        </p:txBody>
      </p:sp>
      <p:sp>
        <p:nvSpPr>
          <p:cNvPr id="2" name="TextBox 1">
            <a:extLst>
              <a:ext uri="{FF2B5EF4-FFF2-40B4-BE49-F238E27FC236}">
                <a16:creationId xmlns:a16="http://schemas.microsoft.com/office/drawing/2014/main" id="{C826BA6D-BBEE-BC54-38FE-65E7F0A57612}"/>
              </a:ext>
            </a:extLst>
          </p:cNvPr>
          <p:cNvSpPr txBox="1"/>
          <p:nvPr/>
        </p:nvSpPr>
        <p:spPr>
          <a:xfrm>
            <a:off x="822978" y="440118"/>
            <a:ext cx="5641830" cy="1314996"/>
          </a:xfrm>
          <a:prstGeom prst="rect">
            <a:avLst/>
          </a:prstGeom>
        </p:spPr>
        <p:txBody>
          <a:bodyPr vert="horz" lIns="91440" tIns="45720" rIns="91440" bIns="45720" rtlCol="0" anchor="b">
            <a:normAutofit fontScale="85000" lnSpcReduction="10000"/>
          </a:bodyPr>
          <a:lstStyle/>
          <a:p>
            <a:pPr marL="0" marR="0" lvl="0" indent="0" fontAlgn="auto">
              <a:lnSpc>
                <a:spcPct val="90000"/>
              </a:lnSpc>
              <a:spcBef>
                <a:spcPct val="0"/>
              </a:spcBef>
              <a:spcAft>
                <a:spcPts val="600"/>
              </a:spcAft>
              <a:buClrTx/>
              <a:buSzTx/>
              <a:tabLst/>
              <a:defRPr/>
            </a:pPr>
            <a:r>
              <a:rPr lang="en-US" sz="4400" b="1" spc="1500" dirty="0">
                <a:latin typeface="+mj-lt"/>
                <a:ea typeface="+mj-ea"/>
                <a:cs typeface="+mj-cs"/>
              </a:rPr>
              <a:t>Future Improvements</a:t>
            </a:r>
            <a:endParaRPr kumimoji="0" lang="en-US" sz="4400" b="0" i="0" u="none" strike="noStrike" cap="none" spc="0" normalizeH="0" baseline="0" noProof="0" dirty="0">
              <a:ln>
                <a:noFill/>
              </a:ln>
              <a:effectLst/>
              <a:uLnTx/>
              <a:uFillTx/>
              <a:latin typeface="+mj-lt"/>
              <a:ea typeface="+mj-ea"/>
              <a:cs typeface="+mj-cs"/>
            </a:endParaRPr>
          </a:p>
        </p:txBody>
      </p:sp>
    </p:spTree>
    <p:extLst>
      <p:ext uri="{BB962C8B-B14F-4D97-AF65-F5344CB8AC3E}">
        <p14:creationId xmlns:p14="http://schemas.microsoft.com/office/powerpoint/2010/main" val="44955388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26231-1141-5F92-9698-29776741BF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23BBB9-D155-92D5-AAB3-AC5B9BAC9707}"/>
              </a:ext>
            </a:extLst>
          </p:cNvPr>
          <p:cNvSpPr>
            <a:spLocks noGrp="1"/>
          </p:cNvSpPr>
          <p:nvPr>
            <p:ph type="ctrTitle"/>
          </p:nvPr>
        </p:nvSpPr>
        <p:spPr>
          <a:xfrm>
            <a:off x="1870800" y="718012"/>
            <a:ext cx="4024032" cy="2885715"/>
          </a:xfrm>
        </p:spPr>
        <p:txBody>
          <a:bodyPr>
            <a:normAutofit/>
          </a:bodyPr>
          <a:lstStyle/>
          <a:p>
            <a:r>
              <a:rPr lang="en-US" sz="4400" dirty="0"/>
              <a:t>Demo</a:t>
            </a:r>
          </a:p>
        </p:txBody>
      </p:sp>
      <p:pic>
        <p:nvPicPr>
          <p:cNvPr id="2" name="Picture 1">
            <a:extLst>
              <a:ext uri="{FF2B5EF4-FFF2-40B4-BE49-F238E27FC236}">
                <a16:creationId xmlns:a16="http://schemas.microsoft.com/office/drawing/2014/main" id="{4434AE80-1874-C08F-4DF6-726264E283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5712" y="674411"/>
            <a:ext cx="3703419" cy="4660265"/>
          </a:xfrm>
          <a:prstGeom prst="rect">
            <a:avLst/>
          </a:prstGeom>
          <a:noFill/>
          <a:ln>
            <a:solidFill>
              <a:schemeClr val="tx1">
                <a:lumMod val="95000"/>
                <a:lumOff val="5000"/>
              </a:schemeClr>
            </a:solidFill>
          </a:ln>
        </p:spPr>
      </p:pic>
    </p:spTree>
    <p:extLst>
      <p:ext uri="{BB962C8B-B14F-4D97-AF65-F5344CB8AC3E}">
        <p14:creationId xmlns:p14="http://schemas.microsoft.com/office/powerpoint/2010/main" val="361337239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95575-6C07-D416-88C2-9B7598B6FD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4A5593E-5015-9F58-84F6-08754E233607}"/>
              </a:ext>
            </a:extLst>
          </p:cNvPr>
          <p:cNvSpPr>
            <a:spLocks noGrp="1"/>
          </p:cNvSpPr>
          <p:nvPr>
            <p:ph type="ctrTitle"/>
          </p:nvPr>
        </p:nvSpPr>
        <p:spPr>
          <a:xfrm>
            <a:off x="1294839" y="881643"/>
            <a:ext cx="5167319" cy="2885715"/>
          </a:xfrm>
        </p:spPr>
        <p:txBody>
          <a:bodyPr>
            <a:normAutofit/>
          </a:bodyPr>
          <a:lstStyle/>
          <a:p>
            <a:r>
              <a:rPr lang="en-US" sz="4400"/>
              <a:t>Feedback</a:t>
            </a:r>
          </a:p>
        </p:txBody>
      </p:sp>
      <p:sp>
        <p:nvSpPr>
          <p:cNvPr id="2" name="Text Placeholder 14">
            <a:extLst>
              <a:ext uri="{FF2B5EF4-FFF2-40B4-BE49-F238E27FC236}">
                <a16:creationId xmlns:a16="http://schemas.microsoft.com/office/drawing/2014/main" id="{F083B7D0-7AFA-CDAD-AEB0-423BC230E052}"/>
              </a:ext>
            </a:extLst>
          </p:cNvPr>
          <p:cNvSpPr txBox="1">
            <a:spLocks/>
          </p:cNvSpPr>
          <p:nvPr/>
        </p:nvSpPr>
        <p:spPr>
          <a:xfrm>
            <a:off x="6835538" y="2576292"/>
            <a:ext cx="4991066" cy="85270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dirty="0"/>
              <a:t>If you have any questions, please do let me know!</a:t>
            </a:r>
          </a:p>
        </p:txBody>
      </p:sp>
      <p:pic>
        <p:nvPicPr>
          <p:cNvPr id="3" name="Picture 2">
            <a:extLst>
              <a:ext uri="{FF2B5EF4-FFF2-40B4-BE49-F238E27FC236}">
                <a16:creationId xmlns:a16="http://schemas.microsoft.com/office/drawing/2014/main" id="{3BD3CB1C-13DC-A045-0355-8322F34413EF}"/>
              </a:ext>
            </a:extLst>
          </p:cNvPr>
          <p:cNvPicPr>
            <a:picLocks noChangeAspect="1"/>
          </p:cNvPicPr>
          <p:nvPr/>
        </p:nvPicPr>
        <p:blipFill rotWithShape="1">
          <a:blip r:embed="rId3"/>
          <a:srcRect t="605" r="361"/>
          <a:stretch>
            <a:fillRect/>
          </a:stretch>
        </p:blipFill>
        <p:spPr bwMode="auto">
          <a:xfrm>
            <a:off x="1136475" y="2888013"/>
            <a:ext cx="5209242" cy="3769962"/>
          </a:xfrm>
          <a:prstGeom prst="rect">
            <a:avLst/>
          </a:prstGeom>
          <a:ln>
            <a:solidFill>
              <a:schemeClr val="tx1">
                <a:lumMod val="95000"/>
                <a:lumOff val="5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9999176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209C3A7-31E6-4EE8-BF99-2440C094C970}"/>
              </a:ext>
            </a:extLst>
          </p:cNvPr>
          <p:cNvSpPr>
            <a:spLocks noGrp="1"/>
          </p:cNvSpPr>
          <p:nvPr>
            <p:ph type="ctrTitle"/>
          </p:nvPr>
        </p:nvSpPr>
        <p:spPr>
          <a:xfrm>
            <a:off x="7012297" y="786881"/>
            <a:ext cx="4203323" cy="2927350"/>
          </a:xfrm>
        </p:spPr>
        <p:txBody>
          <a:bodyPr/>
          <a:lstStyle/>
          <a:p>
            <a:r>
              <a:rPr lang="en-US"/>
              <a:t>THANK YOU</a:t>
            </a:r>
          </a:p>
        </p:txBody>
      </p:sp>
      <p:sp>
        <p:nvSpPr>
          <p:cNvPr id="8" name="Subtitle 7">
            <a:extLst>
              <a:ext uri="{FF2B5EF4-FFF2-40B4-BE49-F238E27FC236}">
                <a16:creationId xmlns:a16="http://schemas.microsoft.com/office/drawing/2014/main" id="{E0BE5AE7-0A6C-4369-BD8C-2F815E4F3E2F}"/>
              </a:ext>
            </a:extLst>
          </p:cNvPr>
          <p:cNvSpPr>
            <a:spLocks noGrp="1"/>
          </p:cNvSpPr>
          <p:nvPr>
            <p:ph type="subTitle" idx="1"/>
          </p:nvPr>
        </p:nvSpPr>
        <p:spPr>
          <a:xfrm>
            <a:off x="7012297" y="3970527"/>
            <a:ext cx="4203323" cy="1647919"/>
          </a:xfrm>
        </p:spPr>
        <p:txBody>
          <a:bodyPr>
            <a:normAutofit/>
          </a:bodyPr>
          <a:lstStyle/>
          <a:p>
            <a:r>
              <a:rPr lang="en-US"/>
              <a:t>Emma Shah</a:t>
            </a:r>
          </a:p>
        </p:txBody>
      </p:sp>
      <p:sp>
        <p:nvSpPr>
          <p:cNvPr id="6" name="Slide Number Placeholder 5">
            <a:extLst>
              <a:ext uri="{FF2B5EF4-FFF2-40B4-BE49-F238E27FC236}">
                <a16:creationId xmlns:a16="http://schemas.microsoft.com/office/drawing/2014/main" id="{AF849C70-F913-4CB3-A901-694767834BFB}"/>
              </a:ext>
            </a:extLst>
          </p:cNvPr>
          <p:cNvSpPr>
            <a:spLocks noGrp="1"/>
          </p:cNvSpPr>
          <p:nvPr>
            <p:ph type="sldNum" sz="quarter" idx="12"/>
          </p:nvPr>
        </p:nvSpPr>
        <p:spPr>
          <a:xfrm>
            <a:off x="8610600" y="6356350"/>
            <a:ext cx="2743200" cy="365125"/>
          </a:xfrm>
        </p:spPr>
        <p:txBody>
          <a:bodyPr/>
          <a:lstStyle/>
          <a:p>
            <a:pPr lvl="0"/>
            <a:fld id="{F3450C42-9A0B-4425-92C2-70FCF7C45734}" type="slidenum">
              <a:rPr lang="en-US" noProof="0" smtClean="0"/>
              <a:pPr lvl="0"/>
              <a:t>18</a:t>
            </a:fld>
            <a:endParaRPr lang="en-US" noProof="0"/>
          </a:p>
        </p:txBody>
      </p:sp>
      <p:pic>
        <p:nvPicPr>
          <p:cNvPr id="4100" name="Picture 4" descr="1,600+ Smiley Face Thumbs Up Stock Photos, Pictures &amp; Royalty-Free Images -  iStock | Smiley face icon">
            <a:extLst>
              <a:ext uri="{FF2B5EF4-FFF2-40B4-BE49-F238E27FC236}">
                <a16:creationId xmlns:a16="http://schemas.microsoft.com/office/drawing/2014/main" id="{1D810B60-CE82-18D2-0A6A-6209366942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671" y="1441399"/>
            <a:ext cx="3832432" cy="3669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062198"/>
      </p:ext>
    </p:extLst>
  </p:cSld>
  <p:clrMapOvr>
    <a:masterClrMapping/>
  </p:clrMapOvr>
  <p:transition spd="slow">
    <p:push dir="u"/>
  </p:transition>
</p:sld>
</file>

<file path=ppt/theme/theme1.xml><?xml version="1.0" encoding="utf-8"?>
<a:theme xmlns:a="http://schemas.openxmlformats.org/drawingml/2006/main" name="1_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Custom 7">
      <a:majorFont>
        <a:latin typeface="Source Sans Pro "/>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VTI" id="{A7F40C41-3FB2-45B0-B0D6-DFB7FDD9B7AD}" vid="{C49381A0-09CD-46EE-B141-E2CDD87ABF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EA051F-84B4-4065-A650-AA89D1B04233}">
  <ds:schemaRefs>
    <ds:schemaRef ds:uri="http://schemas.microsoft.com/sharepoint/v3/contenttype/forms"/>
  </ds:schemaRefs>
</ds:datastoreItem>
</file>

<file path=customXml/itemProps2.xml><?xml version="1.0" encoding="utf-8"?>
<ds:datastoreItem xmlns:ds="http://schemas.openxmlformats.org/officeDocument/2006/customXml" ds:itemID="{874A60CD-0DE5-49D4-8EE4-931437A2651A}">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 ds:uri="http://www.w3.org/2000/xmlns/"/>
    <ds:schemaRef ds:uri="http://www.w3.org/2001/XMLSchema-instance"/>
  </ds:schemaRefs>
</ds:datastoreItem>
</file>

<file path=customXml/itemProps3.xml><?xml version="1.0" encoding="utf-8"?>
<ds:datastoreItem xmlns:ds="http://schemas.openxmlformats.org/officeDocument/2006/customXml" ds:itemID="{04279500-64D1-4E99-9E84-D64A6313B3C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1319</Words>
  <Application>Microsoft Office PowerPoint</Application>
  <PresentationFormat>Widescreen</PresentationFormat>
  <Paragraphs>238</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Source Sans Pro</vt:lpstr>
      <vt:lpstr>Source Sans Pro </vt:lpstr>
      <vt:lpstr>Wingdings</vt:lpstr>
      <vt:lpstr>1_FunkyShapesVTI</vt:lpstr>
      <vt:lpstr>PROJ300 VIVA</vt:lpstr>
      <vt:lpstr>Project Aim</vt:lpstr>
      <vt:lpstr>Original vs  Final Deliverables</vt:lpstr>
      <vt:lpstr>System Overview</vt:lpstr>
      <vt:lpstr>Mechanical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vt:lpstr>
      <vt:lpstr>Feedback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PROJ300 PROGRESS DEMO</dc:title>
  <dc:creator/>
  <cp:lastModifiedBy>(s) Emma Shah</cp:lastModifiedBy>
  <cp:revision>1</cp:revision>
  <dcterms:created xsi:type="dcterms:W3CDTF">2026-03-03T11:08:00Z</dcterms:created>
  <dcterms:modified xsi:type="dcterms:W3CDTF">2026-04-30T09:01:09Z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